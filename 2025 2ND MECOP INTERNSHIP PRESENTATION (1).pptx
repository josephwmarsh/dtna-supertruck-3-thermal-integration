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401" r:id="rId5"/>
    <p:sldId id="423" r:id="rId6"/>
    <p:sldId id="384" r:id="rId7"/>
    <p:sldId id="411" r:id="rId8"/>
    <p:sldId id="416" r:id="rId9"/>
    <p:sldId id="417" r:id="rId10"/>
    <p:sldId id="419" r:id="rId11"/>
    <p:sldId id="410" r:id="rId12"/>
    <p:sldId id="414" r:id="rId13"/>
    <p:sldId id="415" r:id="rId14"/>
    <p:sldId id="412" r:id="rId15"/>
    <p:sldId id="418" r:id="rId16"/>
    <p:sldId id="422" r:id="rId17"/>
    <p:sldId id="421" r:id="rId18"/>
    <p:sldId id="413" r:id="rId19"/>
    <p:sldId id="42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879D2E-7413-42E3-B5A2-01B32240EA84}" v="2" dt="2025-09-02T15:47:46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0" autoAdjust="0"/>
    <p:restoredTop sz="94659"/>
  </p:normalViewPr>
  <p:slideViewPr>
    <p:cSldViewPr snapToGrid="0">
      <p:cViewPr varScale="1">
        <p:scale>
          <a:sx n="75" d="100"/>
          <a:sy n="75" d="100"/>
        </p:scale>
        <p:origin x="830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sh, Joseph (164)" userId="20a38574-8afb-4178-866d-99a67cbacd1d" providerId="ADAL" clId="{EAB9783E-2EF6-4F06-AF34-C78612A5977E}"/>
    <pc:docChg chg="modSld">
      <pc:chgData name="Marsh, Joseph (164)" userId="20a38574-8afb-4178-866d-99a67cbacd1d" providerId="ADAL" clId="{EAB9783E-2EF6-4F06-AF34-C78612A5977E}" dt="2025-09-02T21:36:15.943" v="24" actId="20577"/>
      <pc:docMkLst>
        <pc:docMk/>
      </pc:docMkLst>
      <pc:sldChg chg="modSp mod">
        <pc:chgData name="Marsh, Joseph (164)" userId="20a38574-8afb-4178-866d-99a67cbacd1d" providerId="ADAL" clId="{EAB9783E-2EF6-4F06-AF34-C78612A5977E}" dt="2025-09-02T21:36:15.943" v="24" actId="20577"/>
        <pc:sldMkLst>
          <pc:docMk/>
          <pc:sldMk cId="154111553" sldId="413"/>
        </pc:sldMkLst>
        <pc:spChg chg="mod">
          <ac:chgData name="Marsh, Joseph (164)" userId="20a38574-8afb-4178-866d-99a67cbacd1d" providerId="ADAL" clId="{EAB9783E-2EF6-4F06-AF34-C78612A5977E}" dt="2025-09-02T21:36:15.943" v="24" actId="20577"/>
          <ac:spMkLst>
            <pc:docMk/>
            <pc:sldMk cId="154111553" sldId="413"/>
            <ac:spMk id="8" creationId="{3411644F-155C-2096-B8A7-460B59F3737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rand wall">
            <a:extLst>
              <a:ext uri="{FF2B5EF4-FFF2-40B4-BE49-F238E27FC236}">
                <a16:creationId xmlns:a16="http://schemas.microsoft.com/office/drawing/2014/main" id="{42261A62-58B2-9BD1-EA38-0B51CA3636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017" y="5279391"/>
            <a:ext cx="10433966" cy="888254"/>
          </a:xfrm>
          <a:prstGeom prst="rect">
            <a:avLst/>
          </a:prstGeom>
        </p:spPr>
      </p:pic>
      <p:sp>
        <p:nvSpPr>
          <p:cNvPr id="2" name="Background">
            <a:extLst>
              <a:ext uri="{FF2B5EF4-FFF2-40B4-BE49-F238E27FC236}">
                <a16:creationId xmlns:a16="http://schemas.microsoft.com/office/drawing/2014/main" id="{FB3D5E03-E492-5121-042C-7169DE5C84B9}"/>
              </a:ext>
            </a:extLst>
          </p:cNvPr>
          <p:cNvSpPr/>
          <p:nvPr userDrawn="1"/>
        </p:nvSpPr>
        <p:spPr>
          <a:xfrm>
            <a:off x="0" y="1714104"/>
            <a:ext cx="12192000" cy="28568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63" tIns="71963" rIns="71963" bIns="71963" rtlCol="0" anchor="ctr"/>
          <a:lstStyle/>
          <a:p>
            <a:pPr algn="ctr"/>
            <a:endParaRPr lang="en-US" sz="1999" dirty="0">
              <a:latin typeface="Daimler CS" pitchFamily="2" charset="0"/>
            </a:endParaRPr>
          </a:p>
        </p:txBody>
      </p:sp>
      <p:sp>
        <p:nvSpPr>
          <p:cNvPr id="3" name="Subline">
            <a:extLst>
              <a:ext uri="{FF2B5EF4-FFF2-40B4-BE49-F238E27FC236}">
                <a16:creationId xmlns:a16="http://schemas.microsoft.com/office/drawing/2014/main" id="{5633FA76-0A96-D943-9168-5BADF12577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15471" y="3018922"/>
            <a:ext cx="10159473" cy="365675"/>
          </a:xfrm>
        </p:spPr>
        <p:txBody>
          <a:bodyPr/>
          <a:lstStyle>
            <a:lvl1pPr>
              <a:lnSpc>
                <a:spcPct val="100000"/>
              </a:lnSpc>
              <a:defRPr sz="1999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C0C25610-B5C1-8B60-6641-DA6EA8C1D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471" y="2146538"/>
            <a:ext cx="10159473" cy="80178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Logotype Daimler Truck">
            <a:extLst>
              <a:ext uri="{FF2B5EF4-FFF2-40B4-BE49-F238E27FC236}">
                <a16:creationId xmlns:a16="http://schemas.microsoft.com/office/drawing/2014/main" id="{6ECA0A0D-C167-BB1C-3D22-C172281A8F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435" y="669899"/>
            <a:ext cx="4933031" cy="37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971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00677F"/>
          </p15:clr>
        </p15:guide>
        <p15:guide id="2" pos="7684">
          <p15:clr>
            <a:srgbClr val="00677F"/>
          </p15:clr>
        </p15:guide>
        <p15:guide id="3" pos="640">
          <p15:clr>
            <a:srgbClr val="00677F"/>
          </p15:clr>
        </p15:guide>
        <p15:guide id="4" pos="1280">
          <p15:clr>
            <a:srgbClr val="00677F"/>
          </p15:clr>
        </p15:guide>
        <p15:guide id="5" pos="1921">
          <p15:clr>
            <a:srgbClr val="00677F"/>
          </p15:clr>
        </p15:guide>
        <p15:guide id="6" pos="2561">
          <p15:clr>
            <a:srgbClr val="00677F"/>
          </p15:clr>
        </p15:guide>
        <p15:guide id="7" pos="3201">
          <p15:clr>
            <a:srgbClr val="00677F"/>
          </p15:clr>
        </p15:guide>
        <p15:guide id="8" pos="3842">
          <p15:clr>
            <a:srgbClr val="00677F"/>
          </p15:clr>
        </p15:guide>
        <p15:guide id="9" pos="4482">
          <p15:clr>
            <a:srgbClr val="00677F"/>
          </p15:clr>
        </p15:guide>
        <p15:guide id="10" pos="5122">
          <p15:clr>
            <a:srgbClr val="00677F"/>
          </p15:clr>
        </p15:guide>
        <p15:guide id="11" pos="5763">
          <p15:clr>
            <a:srgbClr val="00677F"/>
          </p15:clr>
        </p15:guide>
        <p15:guide id="12" pos="6403">
          <p15:clr>
            <a:srgbClr val="00677F"/>
          </p15:clr>
        </p15:guide>
        <p15:guide id="13" pos="7043">
          <p15:clr>
            <a:srgbClr val="00677F"/>
          </p15:clr>
        </p15:guide>
        <p15:guide id="14" orient="horz">
          <p15:clr>
            <a:srgbClr val="00677F"/>
          </p15:clr>
        </p15:guide>
        <p15:guide id="15" orient="horz" pos="4321">
          <p15:clr>
            <a:srgbClr val="00677F"/>
          </p15:clr>
        </p15:guide>
        <p15:guide id="16" orient="horz" pos="360">
          <p15:clr>
            <a:srgbClr val="00677F"/>
          </p15:clr>
        </p15:guide>
        <p15:guide id="17" orient="horz" pos="720">
          <p15:clr>
            <a:srgbClr val="00677F"/>
          </p15:clr>
        </p15:guide>
        <p15:guide id="18" orient="horz" pos="1080">
          <p15:clr>
            <a:srgbClr val="00677F"/>
          </p15:clr>
        </p15:guide>
        <p15:guide id="19" orient="horz" pos="1440">
          <p15:clr>
            <a:srgbClr val="00677F"/>
          </p15:clr>
        </p15:guide>
        <p15:guide id="20" orient="horz" pos="1800">
          <p15:clr>
            <a:srgbClr val="00677F"/>
          </p15:clr>
        </p15:guide>
        <p15:guide id="21" orient="horz" pos="2160">
          <p15:clr>
            <a:srgbClr val="00677F"/>
          </p15:clr>
        </p15:guide>
        <p15:guide id="22" orient="horz" pos="2520">
          <p15:clr>
            <a:srgbClr val="00677F"/>
          </p15:clr>
        </p15:guide>
        <p15:guide id="23" orient="horz" pos="2880">
          <p15:clr>
            <a:srgbClr val="00677F"/>
          </p15:clr>
        </p15:guide>
        <p15:guide id="24" orient="horz" pos="3240">
          <p15:clr>
            <a:srgbClr val="00677F"/>
          </p15:clr>
        </p15:guide>
        <p15:guide id="25" orient="horz" pos="3600">
          <p15:clr>
            <a:srgbClr val="00677F"/>
          </p15:clr>
        </p15:guide>
        <p15:guide id="26" orient="horz" pos="3960">
          <p15:clr>
            <a:srgbClr val="00677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 on th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ghlight Box">
            <a:extLst>
              <a:ext uri="{FF2B5EF4-FFF2-40B4-BE49-F238E27FC236}">
                <a16:creationId xmlns:a16="http://schemas.microsoft.com/office/drawing/2014/main" id="{E173871D-AA7A-56BF-1388-C9CCFC466F8A}"/>
              </a:ext>
            </a:extLst>
          </p:cNvPr>
          <p:cNvSpPr/>
          <p:nvPr userDrawn="1"/>
        </p:nvSpPr>
        <p:spPr>
          <a:xfrm>
            <a:off x="-4044" y="1714103"/>
            <a:ext cx="6100043" cy="51454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63" tIns="71963" rIns="71963" bIns="71963" rtlCol="0" anchor="ctr"/>
          <a:lstStyle/>
          <a:p>
            <a:pPr algn="ctr"/>
            <a:endParaRPr lang="en-US" sz="1999" dirty="0">
              <a:latin typeface="Daimler CS" pitchFamily="2" charset="0"/>
            </a:endParaRPr>
          </a:p>
        </p:txBody>
      </p:sp>
      <p:sp>
        <p:nvSpPr>
          <p:cNvPr id="4" name="Picture">
            <a:extLst>
              <a:ext uri="{FF2B5EF4-FFF2-40B4-BE49-F238E27FC236}">
                <a16:creationId xmlns:a16="http://schemas.microsoft.com/office/drawing/2014/main" id="{A0BF5402-1107-1DDC-A6C7-E44F2FD0B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2826" y="1714060"/>
            <a:ext cx="6099174" cy="5147866"/>
          </a:xfrm>
          <a:prstGeom prst="rect">
            <a:avLst/>
          </a:prstGeom>
          <a:solidFill>
            <a:srgbClr val="C8C8C8"/>
          </a:solidFill>
        </p:spPr>
        <p:txBody>
          <a:bodyPr anchor="ctr" anchorCtr="1"/>
          <a:lstStyle>
            <a:lvl1pPr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Additional text">
            <a:extLst>
              <a:ext uri="{FF2B5EF4-FFF2-40B4-BE49-F238E27FC236}">
                <a16:creationId xmlns:a16="http://schemas.microsoft.com/office/drawing/2014/main" id="{2E41FA79-A1DD-4124-1826-458C106051B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7540" y="6115366"/>
            <a:ext cx="5070785" cy="365675"/>
          </a:xfrm>
        </p:spPr>
        <p:txBody>
          <a:bodyPr anchor="b" anchorCtr="0"/>
          <a:lstStyle>
            <a:lvl1pPr>
              <a:lnSpc>
                <a:spcPct val="100000"/>
              </a:lnSpc>
              <a:defRPr lang="en-GB" sz="1599" b="0" i="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1421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32F5D74F-DFA9-8E27-AA9B-4FC9621B58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7540" y="4296380"/>
            <a:ext cx="5070785" cy="365675"/>
          </a:xfrm>
        </p:spPr>
        <p:txBody>
          <a:bodyPr anchor="t" anchorCtr="0"/>
          <a:lstStyle>
            <a:lvl1pPr>
              <a:lnSpc>
                <a:spcPct val="100000"/>
              </a:lnSpc>
              <a:defRPr lang="en-GB" sz="1799" b="0" i="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1421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9EA11F8F-4300-C262-9564-974769B01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484" y="2439190"/>
            <a:ext cx="5070785" cy="1680614"/>
          </a:xfrm>
        </p:spPr>
        <p:txBody>
          <a:bodyPr anchor="b" anchorCtr="0"/>
          <a:lstStyle>
            <a:lvl1pPr algn="l">
              <a:defRPr lang="en-US" sz="3598" b="0" i="0" kern="1200" baseline="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Logotype Daimler Truck">
            <a:extLst>
              <a:ext uri="{FF2B5EF4-FFF2-40B4-BE49-F238E27FC236}">
                <a16:creationId xmlns:a16="http://schemas.microsoft.com/office/drawing/2014/main" id="{EB5CC043-D885-67E1-50D4-A7FF99165A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435" y="669899"/>
            <a:ext cx="4933031" cy="37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820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00677F"/>
          </p15:clr>
        </p15:guide>
        <p15:guide id="2" pos="7684">
          <p15:clr>
            <a:srgbClr val="00677F"/>
          </p15:clr>
        </p15:guide>
        <p15:guide id="3" pos="640">
          <p15:clr>
            <a:srgbClr val="00677F"/>
          </p15:clr>
        </p15:guide>
        <p15:guide id="4" pos="1280">
          <p15:clr>
            <a:srgbClr val="00677F"/>
          </p15:clr>
        </p15:guide>
        <p15:guide id="5" pos="1921">
          <p15:clr>
            <a:srgbClr val="00677F"/>
          </p15:clr>
        </p15:guide>
        <p15:guide id="6" pos="2561">
          <p15:clr>
            <a:srgbClr val="00677F"/>
          </p15:clr>
        </p15:guide>
        <p15:guide id="7" pos="3201">
          <p15:clr>
            <a:srgbClr val="00677F"/>
          </p15:clr>
        </p15:guide>
        <p15:guide id="8" pos="3842">
          <p15:clr>
            <a:srgbClr val="00677F"/>
          </p15:clr>
        </p15:guide>
        <p15:guide id="9" pos="4482">
          <p15:clr>
            <a:srgbClr val="00677F"/>
          </p15:clr>
        </p15:guide>
        <p15:guide id="10" pos="5122">
          <p15:clr>
            <a:srgbClr val="00677F"/>
          </p15:clr>
        </p15:guide>
        <p15:guide id="11" pos="5763">
          <p15:clr>
            <a:srgbClr val="00677F"/>
          </p15:clr>
        </p15:guide>
        <p15:guide id="12" pos="6403">
          <p15:clr>
            <a:srgbClr val="00677F"/>
          </p15:clr>
        </p15:guide>
        <p15:guide id="13" pos="7043">
          <p15:clr>
            <a:srgbClr val="00677F"/>
          </p15:clr>
        </p15:guide>
        <p15:guide id="14" orient="horz">
          <p15:clr>
            <a:srgbClr val="00677F"/>
          </p15:clr>
        </p15:guide>
        <p15:guide id="15" orient="horz" pos="4321">
          <p15:clr>
            <a:srgbClr val="00677F"/>
          </p15:clr>
        </p15:guide>
        <p15:guide id="16" orient="horz" pos="360">
          <p15:clr>
            <a:srgbClr val="00677F"/>
          </p15:clr>
        </p15:guide>
        <p15:guide id="17" orient="horz" pos="720">
          <p15:clr>
            <a:srgbClr val="00677F"/>
          </p15:clr>
        </p15:guide>
        <p15:guide id="18" orient="horz" pos="1080">
          <p15:clr>
            <a:srgbClr val="00677F"/>
          </p15:clr>
        </p15:guide>
        <p15:guide id="19" orient="horz" pos="1440">
          <p15:clr>
            <a:srgbClr val="00677F"/>
          </p15:clr>
        </p15:guide>
        <p15:guide id="20" orient="horz" pos="1800">
          <p15:clr>
            <a:srgbClr val="00677F"/>
          </p15:clr>
        </p15:guide>
        <p15:guide id="21" orient="horz" pos="2160">
          <p15:clr>
            <a:srgbClr val="00677F"/>
          </p15:clr>
        </p15:guide>
        <p15:guide id="22" orient="horz" pos="2520">
          <p15:clr>
            <a:srgbClr val="00677F"/>
          </p15:clr>
        </p15:guide>
        <p15:guide id="23" orient="horz" pos="2880">
          <p15:clr>
            <a:srgbClr val="00677F"/>
          </p15:clr>
        </p15:guide>
        <p15:guide id="24" orient="horz" pos="3240">
          <p15:clr>
            <a:srgbClr val="00677F"/>
          </p15:clr>
        </p15:guide>
        <p15:guide id="25" orient="horz" pos="3600">
          <p15:clr>
            <a:srgbClr val="00677F"/>
          </p15:clr>
        </p15:guide>
        <p15:guide id="26" orient="horz" pos="3960">
          <p15:clr>
            <a:srgbClr val="00677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 in the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dditional text">
            <a:extLst>
              <a:ext uri="{FF2B5EF4-FFF2-40B4-BE49-F238E27FC236}">
                <a16:creationId xmlns:a16="http://schemas.microsoft.com/office/drawing/2014/main" id="{34C8F4BE-2D44-B3AE-A093-D901713270D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7541" y="6107369"/>
            <a:ext cx="4317751" cy="365675"/>
          </a:xfrm>
        </p:spPr>
        <p:txBody>
          <a:bodyPr anchor="b"/>
          <a:lstStyle>
            <a:lvl1pPr>
              <a:lnSpc>
                <a:spcPct val="100000"/>
              </a:lnSpc>
              <a:defRPr sz="1599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ubline">
            <a:extLst>
              <a:ext uri="{FF2B5EF4-FFF2-40B4-BE49-F238E27FC236}">
                <a16:creationId xmlns:a16="http://schemas.microsoft.com/office/drawing/2014/main" id="{F358B5C2-973C-088E-9655-CD76B78174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0448" y="5502049"/>
            <a:ext cx="5070785" cy="365675"/>
          </a:xfrm>
        </p:spPr>
        <p:txBody>
          <a:bodyPr anchor="t" anchorCtr="0"/>
          <a:lstStyle>
            <a:lvl1pPr>
              <a:lnSpc>
                <a:spcPct val="100000"/>
              </a:lnSpc>
              <a:defRPr sz="1799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D1857A35-BB22-C917-1DEC-1ECA1A2DE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59" y="4930823"/>
            <a:ext cx="10095061" cy="553870"/>
          </a:xfrm>
        </p:spPr>
        <p:txBody>
          <a:bodyPr anchor="ctr" anchorCtr="0">
            <a:noAutofit/>
          </a:bodyPr>
          <a:lstStyle>
            <a:lvl1pPr algn="l">
              <a:defRPr sz="3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">
            <a:extLst>
              <a:ext uri="{FF2B5EF4-FFF2-40B4-BE49-F238E27FC236}">
                <a16:creationId xmlns:a16="http://schemas.microsoft.com/office/drawing/2014/main" id="{18C57E3B-8764-D706-EA49-8B6D23599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104"/>
            <a:ext cx="12192000" cy="2856838"/>
          </a:xfrm>
          <a:prstGeom prst="rect">
            <a:avLst/>
          </a:prstGeom>
          <a:solidFill>
            <a:srgbClr val="C8C8C8"/>
          </a:solidFill>
        </p:spPr>
        <p:txBody>
          <a:bodyPr anchor="ctr" anchorCtr="1"/>
          <a:lstStyle>
            <a:lvl1pPr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pic>
        <p:nvPicPr>
          <p:cNvPr id="10" name="Logotype Daimler Truck">
            <a:extLst>
              <a:ext uri="{FF2B5EF4-FFF2-40B4-BE49-F238E27FC236}">
                <a16:creationId xmlns:a16="http://schemas.microsoft.com/office/drawing/2014/main" id="{4BBB4390-DD29-D7AE-861E-FBA5FA0526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435" y="669899"/>
            <a:ext cx="4933031" cy="37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14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00677F"/>
          </p15:clr>
        </p15:guide>
        <p15:guide id="2" pos="7684">
          <p15:clr>
            <a:srgbClr val="00677F"/>
          </p15:clr>
        </p15:guide>
        <p15:guide id="3" pos="640">
          <p15:clr>
            <a:srgbClr val="00677F"/>
          </p15:clr>
        </p15:guide>
        <p15:guide id="4" pos="1280">
          <p15:clr>
            <a:srgbClr val="00677F"/>
          </p15:clr>
        </p15:guide>
        <p15:guide id="5" pos="1921">
          <p15:clr>
            <a:srgbClr val="00677F"/>
          </p15:clr>
        </p15:guide>
        <p15:guide id="6" pos="2561">
          <p15:clr>
            <a:srgbClr val="00677F"/>
          </p15:clr>
        </p15:guide>
        <p15:guide id="7" pos="3201">
          <p15:clr>
            <a:srgbClr val="00677F"/>
          </p15:clr>
        </p15:guide>
        <p15:guide id="8" pos="3842">
          <p15:clr>
            <a:srgbClr val="00677F"/>
          </p15:clr>
        </p15:guide>
        <p15:guide id="9" pos="4482">
          <p15:clr>
            <a:srgbClr val="00677F"/>
          </p15:clr>
        </p15:guide>
        <p15:guide id="10" pos="5122">
          <p15:clr>
            <a:srgbClr val="00677F"/>
          </p15:clr>
        </p15:guide>
        <p15:guide id="11" pos="5763">
          <p15:clr>
            <a:srgbClr val="00677F"/>
          </p15:clr>
        </p15:guide>
        <p15:guide id="12" pos="6403">
          <p15:clr>
            <a:srgbClr val="00677F"/>
          </p15:clr>
        </p15:guide>
        <p15:guide id="13" pos="7043">
          <p15:clr>
            <a:srgbClr val="00677F"/>
          </p15:clr>
        </p15:guide>
        <p15:guide id="14" orient="horz">
          <p15:clr>
            <a:srgbClr val="00677F"/>
          </p15:clr>
        </p15:guide>
        <p15:guide id="15" orient="horz" pos="4321">
          <p15:clr>
            <a:srgbClr val="00677F"/>
          </p15:clr>
        </p15:guide>
        <p15:guide id="16" orient="horz" pos="360">
          <p15:clr>
            <a:srgbClr val="00677F"/>
          </p15:clr>
        </p15:guide>
        <p15:guide id="17" orient="horz" pos="720">
          <p15:clr>
            <a:srgbClr val="00677F"/>
          </p15:clr>
        </p15:guide>
        <p15:guide id="18" orient="horz" pos="1080">
          <p15:clr>
            <a:srgbClr val="00677F"/>
          </p15:clr>
        </p15:guide>
        <p15:guide id="19" orient="horz" pos="1440">
          <p15:clr>
            <a:srgbClr val="00677F"/>
          </p15:clr>
        </p15:guide>
        <p15:guide id="20" orient="horz" pos="1800">
          <p15:clr>
            <a:srgbClr val="00677F"/>
          </p15:clr>
        </p15:guide>
        <p15:guide id="21" orient="horz" pos="2160">
          <p15:clr>
            <a:srgbClr val="00677F"/>
          </p15:clr>
        </p15:guide>
        <p15:guide id="22" orient="horz" pos="2520">
          <p15:clr>
            <a:srgbClr val="00677F"/>
          </p15:clr>
        </p15:guide>
        <p15:guide id="23" orient="horz" pos="2880">
          <p15:clr>
            <a:srgbClr val="00677F"/>
          </p15:clr>
        </p15:guide>
        <p15:guide id="24" orient="horz" pos="3240">
          <p15:clr>
            <a:srgbClr val="00677F"/>
          </p15:clr>
        </p15:guide>
        <p15:guide id="25" orient="horz" pos="3600">
          <p15:clr>
            <a:srgbClr val="00677F"/>
          </p15:clr>
        </p15:guide>
        <p15:guide id="26" orient="horz" pos="3960">
          <p15:clr>
            <a:srgbClr val="00677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dditional text">
            <a:extLst>
              <a:ext uri="{FF2B5EF4-FFF2-40B4-BE49-F238E27FC236}">
                <a16:creationId xmlns:a16="http://schemas.microsoft.com/office/drawing/2014/main" id="{760C08E2-9B72-D281-A8F8-62A253F2DE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7541" y="6107370"/>
            <a:ext cx="4317751" cy="365675"/>
          </a:xfrm>
        </p:spPr>
        <p:txBody>
          <a:bodyPr anchor="b"/>
          <a:lstStyle>
            <a:lvl1pPr>
              <a:lnSpc>
                <a:spcPct val="100000"/>
              </a:lnSpc>
              <a:defRPr sz="1599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ubline">
            <a:extLst>
              <a:ext uri="{FF2B5EF4-FFF2-40B4-BE49-F238E27FC236}">
                <a16:creationId xmlns:a16="http://schemas.microsoft.com/office/drawing/2014/main" id="{C417D61D-31BC-9DB1-8E47-CDAC333B1B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0448" y="5502050"/>
            <a:ext cx="5070785" cy="365675"/>
          </a:xfrm>
        </p:spPr>
        <p:txBody>
          <a:bodyPr anchor="t" anchorCtr="0"/>
          <a:lstStyle>
            <a:lvl1pPr>
              <a:lnSpc>
                <a:spcPct val="100000"/>
              </a:lnSpc>
              <a:defRPr sz="1799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0846B0A8-569B-40BA-04C1-4AC261C53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59" y="4930824"/>
            <a:ext cx="10095061" cy="553870"/>
          </a:xfrm>
        </p:spPr>
        <p:txBody>
          <a:bodyPr anchor="ctr" anchorCtr="0">
            <a:noAutofit/>
          </a:bodyPr>
          <a:lstStyle>
            <a:lvl1pPr algn="l">
              <a:defRPr sz="3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2">
            <a:extLst>
              <a:ext uri="{FF2B5EF4-FFF2-40B4-BE49-F238E27FC236}">
                <a16:creationId xmlns:a16="http://schemas.microsoft.com/office/drawing/2014/main" id="{BFDCAC89-7ACD-7322-3CEE-E1B57846A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2544" y="1714104"/>
            <a:ext cx="6098824" cy="2856838"/>
          </a:xfrm>
          <a:prstGeom prst="rect">
            <a:avLst/>
          </a:prstGeom>
          <a:solidFill>
            <a:srgbClr val="C8C8C8"/>
          </a:solidFill>
        </p:spPr>
        <p:txBody>
          <a:bodyPr anchor="ctr" anchorCtr="1"/>
          <a:lstStyle>
            <a:lvl1pPr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Picture 1">
            <a:extLst>
              <a:ext uri="{FF2B5EF4-FFF2-40B4-BE49-F238E27FC236}">
                <a16:creationId xmlns:a16="http://schemas.microsoft.com/office/drawing/2014/main" id="{DBF35AEF-28A2-DF06-237B-C3E58ABC9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1714104"/>
            <a:ext cx="6098824" cy="2856838"/>
          </a:xfrm>
          <a:prstGeom prst="rect">
            <a:avLst/>
          </a:prstGeom>
          <a:solidFill>
            <a:srgbClr val="C8C8C8"/>
          </a:solidFill>
        </p:spPr>
        <p:txBody>
          <a:bodyPr anchor="ctr" anchorCtr="1"/>
          <a:lstStyle>
            <a:lvl1pPr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pic>
        <p:nvPicPr>
          <p:cNvPr id="12" name="Logotype Daimler Truck">
            <a:extLst>
              <a:ext uri="{FF2B5EF4-FFF2-40B4-BE49-F238E27FC236}">
                <a16:creationId xmlns:a16="http://schemas.microsoft.com/office/drawing/2014/main" id="{5CDF5F6F-AD62-ADDC-CE99-2BE0781C83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435" y="669899"/>
            <a:ext cx="4933031" cy="37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13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00677F"/>
          </p15:clr>
        </p15:guide>
        <p15:guide id="2" pos="7684">
          <p15:clr>
            <a:srgbClr val="00677F"/>
          </p15:clr>
        </p15:guide>
        <p15:guide id="3" pos="640">
          <p15:clr>
            <a:srgbClr val="00677F"/>
          </p15:clr>
        </p15:guide>
        <p15:guide id="4" pos="1280">
          <p15:clr>
            <a:srgbClr val="00677F"/>
          </p15:clr>
        </p15:guide>
        <p15:guide id="5" pos="1921">
          <p15:clr>
            <a:srgbClr val="00677F"/>
          </p15:clr>
        </p15:guide>
        <p15:guide id="6" pos="2561">
          <p15:clr>
            <a:srgbClr val="00677F"/>
          </p15:clr>
        </p15:guide>
        <p15:guide id="7" pos="3201">
          <p15:clr>
            <a:srgbClr val="00677F"/>
          </p15:clr>
        </p15:guide>
        <p15:guide id="8" pos="3842">
          <p15:clr>
            <a:srgbClr val="00677F"/>
          </p15:clr>
        </p15:guide>
        <p15:guide id="9" pos="4482">
          <p15:clr>
            <a:srgbClr val="00677F"/>
          </p15:clr>
        </p15:guide>
        <p15:guide id="10" pos="5122">
          <p15:clr>
            <a:srgbClr val="00677F"/>
          </p15:clr>
        </p15:guide>
        <p15:guide id="11" pos="5763">
          <p15:clr>
            <a:srgbClr val="00677F"/>
          </p15:clr>
        </p15:guide>
        <p15:guide id="12" pos="6403">
          <p15:clr>
            <a:srgbClr val="00677F"/>
          </p15:clr>
        </p15:guide>
        <p15:guide id="13" pos="7043">
          <p15:clr>
            <a:srgbClr val="00677F"/>
          </p15:clr>
        </p15:guide>
        <p15:guide id="14" orient="horz">
          <p15:clr>
            <a:srgbClr val="00677F"/>
          </p15:clr>
        </p15:guide>
        <p15:guide id="15" orient="horz" pos="4321">
          <p15:clr>
            <a:srgbClr val="00677F"/>
          </p15:clr>
        </p15:guide>
        <p15:guide id="16" orient="horz" pos="360">
          <p15:clr>
            <a:srgbClr val="00677F"/>
          </p15:clr>
        </p15:guide>
        <p15:guide id="17" orient="horz" pos="720">
          <p15:clr>
            <a:srgbClr val="00677F"/>
          </p15:clr>
        </p15:guide>
        <p15:guide id="18" orient="horz" pos="1080">
          <p15:clr>
            <a:srgbClr val="00677F"/>
          </p15:clr>
        </p15:guide>
        <p15:guide id="19" orient="horz" pos="1440">
          <p15:clr>
            <a:srgbClr val="00677F"/>
          </p15:clr>
        </p15:guide>
        <p15:guide id="20" orient="horz" pos="1800">
          <p15:clr>
            <a:srgbClr val="00677F"/>
          </p15:clr>
        </p15:guide>
        <p15:guide id="21" orient="horz" pos="2160">
          <p15:clr>
            <a:srgbClr val="00677F"/>
          </p15:clr>
        </p15:guide>
        <p15:guide id="22" orient="horz" pos="2520">
          <p15:clr>
            <a:srgbClr val="00677F"/>
          </p15:clr>
        </p15:guide>
        <p15:guide id="23" orient="horz" pos="2880">
          <p15:clr>
            <a:srgbClr val="00677F"/>
          </p15:clr>
        </p15:guide>
        <p15:guide id="24" orient="horz" pos="3240">
          <p15:clr>
            <a:srgbClr val="00677F"/>
          </p15:clr>
        </p15:guide>
        <p15:guide id="25" orient="horz" pos="3600">
          <p15:clr>
            <a:srgbClr val="00677F"/>
          </p15:clr>
        </p15:guide>
        <p15:guide id="26" orient="horz" pos="3960">
          <p15:clr>
            <a:srgbClr val="00677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dditional text">
            <a:extLst>
              <a:ext uri="{FF2B5EF4-FFF2-40B4-BE49-F238E27FC236}">
                <a16:creationId xmlns:a16="http://schemas.microsoft.com/office/drawing/2014/main" id="{95373B12-FD29-5C52-EE55-84FF01EC4E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7541" y="6107368"/>
            <a:ext cx="4317751" cy="365675"/>
          </a:xfrm>
        </p:spPr>
        <p:txBody>
          <a:bodyPr anchor="b"/>
          <a:lstStyle>
            <a:lvl1pPr>
              <a:lnSpc>
                <a:spcPct val="100000"/>
              </a:lnSpc>
              <a:defRPr sz="1599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ubline">
            <a:extLst>
              <a:ext uri="{FF2B5EF4-FFF2-40B4-BE49-F238E27FC236}">
                <a16:creationId xmlns:a16="http://schemas.microsoft.com/office/drawing/2014/main" id="{BCCE00B8-909F-3D18-16C5-F3BD76597A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0448" y="5502048"/>
            <a:ext cx="5070785" cy="365675"/>
          </a:xfrm>
        </p:spPr>
        <p:txBody>
          <a:bodyPr anchor="t" anchorCtr="0"/>
          <a:lstStyle>
            <a:lvl1pPr>
              <a:lnSpc>
                <a:spcPct val="100000"/>
              </a:lnSpc>
              <a:defRPr sz="1799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649984D7-4B0C-AF76-1AA4-7EDEF4EF5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59" y="4930822"/>
            <a:ext cx="10095061" cy="553870"/>
          </a:xfrm>
        </p:spPr>
        <p:txBody>
          <a:bodyPr anchor="ctr" anchorCtr="0">
            <a:noAutofit/>
          </a:bodyPr>
          <a:lstStyle>
            <a:lvl1pPr algn="l">
              <a:defRPr sz="3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3">
            <a:extLst>
              <a:ext uri="{FF2B5EF4-FFF2-40B4-BE49-F238E27FC236}">
                <a16:creationId xmlns:a16="http://schemas.microsoft.com/office/drawing/2014/main" id="{4CA03B4F-137B-7EC4-F0CA-7C30318BA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61091" y="1714104"/>
            <a:ext cx="4062284" cy="2856838"/>
          </a:xfrm>
          <a:prstGeom prst="rect">
            <a:avLst/>
          </a:prstGeom>
          <a:solidFill>
            <a:srgbClr val="C8C8C8"/>
          </a:solidFill>
        </p:spPr>
        <p:txBody>
          <a:bodyPr anchor="ctr" anchorCtr="1"/>
          <a:lstStyle>
            <a:lvl1pPr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" name="Picture 2">
            <a:extLst>
              <a:ext uri="{FF2B5EF4-FFF2-40B4-BE49-F238E27FC236}">
                <a16:creationId xmlns:a16="http://schemas.microsoft.com/office/drawing/2014/main" id="{3E360380-9B7E-1491-C7F6-244FA740E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22183" y="1714104"/>
            <a:ext cx="4071404" cy="2856838"/>
          </a:xfrm>
          <a:prstGeom prst="rect">
            <a:avLst/>
          </a:prstGeom>
          <a:solidFill>
            <a:srgbClr val="C8C8C8"/>
          </a:solidFill>
        </p:spPr>
        <p:txBody>
          <a:bodyPr anchor="ctr" anchorCtr="1"/>
          <a:lstStyle>
            <a:lvl1pPr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Picture 1">
            <a:extLst>
              <a:ext uri="{FF2B5EF4-FFF2-40B4-BE49-F238E27FC236}">
                <a16:creationId xmlns:a16="http://schemas.microsoft.com/office/drawing/2014/main" id="{B41A5D61-FA4A-649B-103D-37DB63038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1714104"/>
            <a:ext cx="4062284" cy="2856838"/>
          </a:xfrm>
          <a:prstGeom prst="rect">
            <a:avLst/>
          </a:prstGeom>
          <a:solidFill>
            <a:srgbClr val="C8C8C8"/>
          </a:solidFill>
        </p:spPr>
        <p:txBody>
          <a:bodyPr anchor="ctr" anchorCtr="1"/>
          <a:lstStyle>
            <a:lvl1pPr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pic>
        <p:nvPicPr>
          <p:cNvPr id="15" name="Logotype Daimler Truck">
            <a:extLst>
              <a:ext uri="{FF2B5EF4-FFF2-40B4-BE49-F238E27FC236}">
                <a16:creationId xmlns:a16="http://schemas.microsoft.com/office/drawing/2014/main" id="{D8FDF241-3A15-A35B-66EB-3D3590F133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435" y="669899"/>
            <a:ext cx="4933031" cy="37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555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00677F"/>
          </p15:clr>
        </p15:guide>
        <p15:guide id="2" pos="7684">
          <p15:clr>
            <a:srgbClr val="00677F"/>
          </p15:clr>
        </p15:guide>
        <p15:guide id="3" pos="640">
          <p15:clr>
            <a:srgbClr val="00677F"/>
          </p15:clr>
        </p15:guide>
        <p15:guide id="4" pos="1280">
          <p15:clr>
            <a:srgbClr val="00677F"/>
          </p15:clr>
        </p15:guide>
        <p15:guide id="5" pos="1921">
          <p15:clr>
            <a:srgbClr val="00677F"/>
          </p15:clr>
        </p15:guide>
        <p15:guide id="6" pos="2561">
          <p15:clr>
            <a:srgbClr val="00677F"/>
          </p15:clr>
        </p15:guide>
        <p15:guide id="7" pos="3201">
          <p15:clr>
            <a:srgbClr val="00677F"/>
          </p15:clr>
        </p15:guide>
        <p15:guide id="8" pos="3842">
          <p15:clr>
            <a:srgbClr val="00677F"/>
          </p15:clr>
        </p15:guide>
        <p15:guide id="9" pos="4482">
          <p15:clr>
            <a:srgbClr val="00677F"/>
          </p15:clr>
        </p15:guide>
        <p15:guide id="10" pos="5122">
          <p15:clr>
            <a:srgbClr val="00677F"/>
          </p15:clr>
        </p15:guide>
        <p15:guide id="11" pos="5763">
          <p15:clr>
            <a:srgbClr val="00677F"/>
          </p15:clr>
        </p15:guide>
        <p15:guide id="12" pos="6403">
          <p15:clr>
            <a:srgbClr val="00677F"/>
          </p15:clr>
        </p15:guide>
        <p15:guide id="13" pos="7043">
          <p15:clr>
            <a:srgbClr val="00677F"/>
          </p15:clr>
        </p15:guide>
        <p15:guide id="14" orient="horz">
          <p15:clr>
            <a:srgbClr val="00677F"/>
          </p15:clr>
        </p15:guide>
        <p15:guide id="15" orient="horz" pos="4321">
          <p15:clr>
            <a:srgbClr val="00677F"/>
          </p15:clr>
        </p15:guide>
        <p15:guide id="16" orient="horz" pos="360">
          <p15:clr>
            <a:srgbClr val="00677F"/>
          </p15:clr>
        </p15:guide>
        <p15:guide id="17" orient="horz" pos="720">
          <p15:clr>
            <a:srgbClr val="00677F"/>
          </p15:clr>
        </p15:guide>
        <p15:guide id="18" orient="horz" pos="1080">
          <p15:clr>
            <a:srgbClr val="00677F"/>
          </p15:clr>
        </p15:guide>
        <p15:guide id="19" orient="horz" pos="1440">
          <p15:clr>
            <a:srgbClr val="00677F"/>
          </p15:clr>
        </p15:guide>
        <p15:guide id="20" orient="horz" pos="1800">
          <p15:clr>
            <a:srgbClr val="00677F"/>
          </p15:clr>
        </p15:guide>
        <p15:guide id="21" orient="horz" pos="2160">
          <p15:clr>
            <a:srgbClr val="00677F"/>
          </p15:clr>
        </p15:guide>
        <p15:guide id="22" orient="horz" pos="2520">
          <p15:clr>
            <a:srgbClr val="00677F"/>
          </p15:clr>
        </p15:guide>
        <p15:guide id="23" orient="horz" pos="2880">
          <p15:clr>
            <a:srgbClr val="00677F"/>
          </p15:clr>
        </p15:guide>
        <p15:guide id="24" orient="horz" pos="3240">
          <p15:clr>
            <a:srgbClr val="00677F"/>
          </p15:clr>
        </p15:guide>
        <p15:guide id="25" orient="horz" pos="3600">
          <p15:clr>
            <a:srgbClr val="00677F"/>
          </p15:clr>
        </p15:guide>
        <p15:guide id="26" orient="horz" pos="3960">
          <p15:clr>
            <a:srgbClr val="00677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(option 1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2AC7E07D-1439-5FDA-65D6-475C9FA8D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en-US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634CA6FC-5729-EB92-5A1C-918599E0E2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Presentation title | Department | Date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C6E84-F6EA-0D77-31F2-7E668E64D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190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slide (option 2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50650"/>
            <a:ext cx="12192000" cy="5505833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F67F609-95A1-ABA9-B809-111C231E0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9760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slide (option 3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>
            <a:extLst>
              <a:ext uri="{FF2B5EF4-FFF2-40B4-BE49-F238E27FC236}">
                <a16:creationId xmlns:a16="http://schemas.microsoft.com/office/drawing/2014/main" id="{3D18A798-44B4-79AB-23B4-FC29E5F0BE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  <p:sp>
        <p:nvSpPr>
          <p:cNvPr id="7" name="Background">
            <a:extLst>
              <a:ext uri="{FF2B5EF4-FFF2-40B4-BE49-F238E27FC236}">
                <a16:creationId xmlns:a16="http://schemas.microsoft.com/office/drawing/2014/main" id="{8A9578BA-E6FA-0E17-619C-D0BCC0A0EA30}"/>
              </a:ext>
            </a:extLst>
          </p:cNvPr>
          <p:cNvSpPr/>
          <p:nvPr userDrawn="1"/>
        </p:nvSpPr>
        <p:spPr>
          <a:xfrm>
            <a:off x="0" y="941025"/>
            <a:ext cx="6183268" cy="20713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63" tIns="71963" rIns="71963" bIns="71963" rtlCol="0" anchor="ctr"/>
          <a:lstStyle/>
          <a:p>
            <a:pPr algn="ctr"/>
            <a:endParaRPr lang="en-US" sz="1999" dirty="0" err="1">
              <a:latin typeface="Daimler CS" pitchFamily="2" charset="0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8AD2D4F-41FE-2019-855B-CD2059F35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470" y="1350651"/>
            <a:ext cx="4569620" cy="1247486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883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72FAA3A7-5795-C79D-B3B3-B342B34AA22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49096" y="6490738"/>
            <a:ext cx="323999" cy="306000"/>
          </a:xfrm>
        </p:spPr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en-US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A4091856-F408-AA82-B16A-04D4DB2A47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22261" y="6490738"/>
            <a:ext cx="7848000" cy="306000"/>
          </a:xfrm>
        </p:spPr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Presentation title | Department | Date</a:t>
            </a:r>
            <a:endParaRPr lang="en-US" dirty="0"/>
          </a:p>
        </p:txBody>
      </p:sp>
      <p:sp>
        <p:nvSpPr>
          <p:cNvPr id="13" name="Content">
            <a:extLst>
              <a:ext uri="{FF2B5EF4-FFF2-40B4-BE49-F238E27FC236}">
                <a16:creationId xmlns:a16="http://schemas.microsoft.com/office/drawing/2014/main" id="{75F9D445-1C9D-FC46-B761-CD7029A002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8905" y="1350650"/>
            <a:ext cx="11154191" cy="498518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5E9AB82-5CD4-3BE1-BB7D-B0267E9D5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012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picture slid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4CC3CC3F-9AF7-0BF5-6948-7913BB158D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en-US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en-US" dirty="0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6B6F6C6-D7B1-885A-6A3A-E81496492C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Presentation title | Department | Date</a:t>
            </a:r>
            <a:endParaRPr lang="en-US" dirty="0"/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D9A6CA7B-BE10-4ED1-A788-81A3625EE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905" y="1350650"/>
            <a:ext cx="11154191" cy="49851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22BC434-8051-9D00-3F42-900A6C4D8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8418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picture slide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37B3BE3B-322A-1B38-CA24-23D9C5A8B99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en-US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71EA5414-5C63-1C24-0520-A964A6F4419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Presentation title | Department | Date</a:t>
            </a:r>
            <a:endParaRPr lang="en-US" dirty="0"/>
          </a:p>
        </p:txBody>
      </p:sp>
      <p:sp>
        <p:nvSpPr>
          <p:cNvPr id="3" name="Pictu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67717" y="1350649"/>
            <a:ext cx="6305378" cy="4155114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0" name="Content"/>
          <p:cNvSpPr>
            <a:spLocks noGrp="1"/>
          </p:cNvSpPr>
          <p:nvPr>
            <p:ph sz="quarter" idx="10"/>
          </p:nvPr>
        </p:nvSpPr>
        <p:spPr>
          <a:xfrm>
            <a:off x="518905" y="1350650"/>
            <a:ext cx="4366527" cy="498518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0B88419-E0AA-83D6-432A-62B8C4F26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05" y="521087"/>
            <a:ext cx="11154191" cy="6856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6099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picture slide (option 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9239A6FD-2B9E-D958-D311-31709E2F5A7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en-US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en-US" dirty="0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2136FD2E-F4E2-B5EF-BBA8-60F588FDE8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Presentation title | Department | Date</a:t>
            </a:r>
            <a:endParaRPr lang="en-US" dirty="0"/>
          </a:p>
        </p:txBody>
      </p:sp>
      <p:sp>
        <p:nvSpPr>
          <p:cNvPr id="14" name="Content 2"/>
          <p:cNvSpPr>
            <a:spLocks noGrp="1"/>
          </p:cNvSpPr>
          <p:nvPr>
            <p:ph sz="quarter" idx="11"/>
          </p:nvPr>
        </p:nvSpPr>
        <p:spPr>
          <a:xfrm>
            <a:off x="6332351" y="1352999"/>
            <a:ext cx="5340744" cy="4982326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1"/>
          <p:cNvSpPr>
            <a:spLocks noGrp="1"/>
          </p:cNvSpPr>
          <p:nvPr>
            <p:ph sz="quarter" idx="10"/>
          </p:nvPr>
        </p:nvSpPr>
        <p:spPr>
          <a:xfrm>
            <a:off x="518905" y="1352999"/>
            <a:ext cx="5335984" cy="4982326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38606AE-1D99-1623-AC12-1C21B8026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05" y="521087"/>
            <a:ext cx="11154191" cy="6856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5644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picture slide (comparis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9D481AF3-B19D-682C-638E-F7C702EAA9D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en-US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8B005FBC-55A8-FA71-DBBE-35DBC736DD3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Presentation title | Department | Date</a:t>
            </a:r>
            <a:endParaRPr lang="en-US" dirty="0"/>
          </a:p>
        </p:txBody>
      </p:sp>
      <p:sp>
        <p:nvSpPr>
          <p:cNvPr id="16" name="Content 2"/>
          <p:cNvSpPr>
            <a:spLocks noGrp="1"/>
          </p:cNvSpPr>
          <p:nvPr>
            <p:ph sz="quarter" idx="13"/>
          </p:nvPr>
        </p:nvSpPr>
        <p:spPr>
          <a:xfrm>
            <a:off x="6335779" y="2182309"/>
            <a:ext cx="5337316" cy="415352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8" name="Line 2"/>
          <p:cNvCxnSpPr>
            <a:cxnSpLocks/>
          </p:cNvCxnSpPr>
          <p:nvPr userDrawn="1"/>
        </p:nvCxnSpPr>
        <p:spPr bwMode="auto">
          <a:xfrm>
            <a:off x="6335779" y="2021031"/>
            <a:ext cx="5337316" cy="0"/>
          </a:xfrm>
          <a:prstGeom prst="line">
            <a:avLst/>
          </a:prstGeom>
          <a:solidFill>
            <a:srgbClr val="D2D4D6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Subheadline 2"/>
          <p:cNvSpPr>
            <a:spLocks noGrp="1"/>
          </p:cNvSpPr>
          <p:nvPr>
            <p:ph type="body" sz="quarter" idx="3"/>
          </p:nvPr>
        </p:nvSpPr>
        <p:spPr>
          <a:xfrm>
            <a:off x="6335779" y="1350651"/>
            <a:ext cx="5337316" cy="48084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ct val="120000"/>
              </a:lnSpc>
              <a:defRPr lang="de-DE" dirty="0" smtClean="0">
                <a:latin typeface="+mn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1"/>
          <p:cNvSpPr>
            <a:spLocks noGrp="1"/>
          </p:cNvSpPr>
          <p:nvPr>
            <p:ph sz="quarter" idx="12"/>
          </p:nvPr>
        </p:nvSpPr>
        <p:spPr>
          <a:xfrm>
            <a:off x="518905" y="2182310"/>
            <a:ext cx="5337316" cy="415352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7" name="Line 1"/>
          <p:cNvCxnSpPr>
            <a:cxnSpLocks/>
          </p:cNvCxnSpPr>
          <p:nvPr userDrawn="1"/>
        </p:nvCxnSpPr>
        <p:spPr bwMode="auto">
          <a:xfrm>
            <a:off x="518905" y="2021031"/>
            <a:ext cx="5337316" cy="0"/>
          </a:xfrm>
          <a:prstGeom prst="line">
            <a:avLst/>
          </a:prstGeom>
          <a:solidFill>
            <a:srgbClr val="D2D4D6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Subheadline 1"/>
          <p:cNvSpPr>
            <a:spLocks noGrp="1"/>
          </p:cNvSpPr>
          <p:nvPr>
            <p:ph type="body" idx="1"/>
          </p:nvPr>
        </p:nvSpPr>
        <p:spPr>
          <a:xfrm>
            <a:off x="518905" y="1350651"/>
            <a:ext cx="5337316" cy="48084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lnSpc>
                <a:spcPct val="120000"/>
              </a:lnSpc>
              <a:defRPr lang="de-DE" smtClean="0">
                <a:latin typeface="+mn-lt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BE9205-2627-3D30-5F1F-191AB0D0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05" y="521087"/>
            <a:ext cx="11154191" cy="6856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82061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79BD28A5-834E-ED52-5317-F5B8F48DDC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en-US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en-US" dirty="0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01BD20D-FFD5-6E6D-B1F6-5A71688DD1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Presentation title | Department | Date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3535BE9-2A31-14FB-CA66-986996F1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5762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6483"/>
          </a:xfrm>
          <a:prstGeom prst="rect">
            <a:avLst/>
          </a:prstGeom>
          <a:solidFill>
            <a:srgbClr val="C8C8C8"/>
          </a:solidFill>
        </p:spPr>
        <p:txBody>
          <a:bodyPr vert="horz" lIns="0" tIns="0" rIns="0" bIns="0" rtlCol="0" anchor="ctr" anchorCtr="1">
            <a:noAutofit/>
          </a:bodyPr>
          <a:lstStyle>
            <a:lvl1pPr algn="ctr">
              <a:defRPr lang="de-DE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11499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slide,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Instructions">
            <a:extLst>
              <a:ext uri="{FF2B5EF4-FFF2-40B4-BE49-F238E27FC236}">
                <a16:creationId xmlns:a16="http://schemas.microsoft.com/office/drawing/2014/main" id="{5DC185E2-CC42-AC5D-A2A9-05E9067D71E6}"/>
              </a:ext>
            </a:extLst>
          </p:cNvPr>
          <p:cNvGrpSpPr/>
          <p:nvPr userDrawn="1"/>
        </p:nvGrpSpPr>
        <p:grpSpPr>
          <a:xfrm>
            <a:off x="12359067" y="381706"/>
            <a:ext cx="1429127" cy="2069503"/>
            <a:chOff x="12365504" y="381794"/>
            <a:chExt cx="1429871" cy="2069982"/>
          </a:xfrm>
        </p:grpSpPr>
        <p:sp>
          <p:nvSpPr>
            <p:cNvPr id="6" name="Icon - Information">
              <a:extLst>
                <a:ext uri="{FF2B5EF4-FFF2-40B4-BE49-F238E27FC236}">
                  <a16:creationId xmlns:a16="http://schemas.microsoft.com/office/drawing/2014/main" id="{6B196F6B-0AAF-4508-B80B-E313E83B2147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2365504" y="381794"/>
              <a:ext cx="360363" cy="360363"/>
            </a:xfrm>
            <a:custGeom>
              <a:avLst/>
              <a:gdLst>
                <a:gd name="T0" fmla="*/ 11340 w 12045"/>
                <a:gd name="T1" fmla="*/ 710 h 12045"/>
                <a:gd name="T2" fmla="*/ 710 w 12045"/>
                <a:gd name="T3" fmla="*/ 710 h 12045"/>
                <a:gd name="T4" fmla="*/ 710 w 12045"/>
                <a:gd name="T5" fmla="*/ 11340 h 12045"/>
                <a:gd name="T6" fmla="*/ 11340 w 12045"/>
                <a:gd name="T7" fmla="*/ 11340 h 12045"/>
                <a:gd name="T8" fmla="*/ 11340 w 12045"/>
                <a:gd name="T9" fmla="*/ 710 h 12045"/>
                <a:gd name="T10" fmla="*/ 6040 w 12045"/>
                <a:gd name="T11" fmla="*/ 2970 h 12045"/>
                <a:gd name="T12" fmla="*/ 5465 w 12045"/>
                <a:gd name="T13" fmla="*/ 3545 h 12045"/>
                <a:gd name="T14" fmla="*/ 6025 w 12045"/>
                <a:gd name="T15" fmla="*/ 4085 h 12045"/>
                <a:gd name="T16" fmla="*/ 6585 w 12045"/>
                <a:gd name="T17" fmla="*/ 3535 h 12045"/>
                <a:gd name="T18" fmla="*/ 6040 w 12045"/>
                <a:gd name="T19" fmla="*/ 2970 h 12045"/>
                <a:gd name="T20" fmla="*/ 5575 w 12045"/>
                <a:gd name="T21" fmla="*/ 4800 h 12045"/>
                <a:gd name="T22" fmla="*/ 5575 w 12045"/>
                <a:gd name="T23" fmla="*/ 9075 h 12045"/>
                <a:gd name="T24" fmla="*/ 6475 w 12045"/>
                <a:gd name="T25" fmla="*/ 9075 h 12045"/>
                <a:gd name="T26" fmla="*/ 6475 w 12045"/>
                <a:gd name="T27" fmla="*/ 4800 h 12045"/>
                <a:gd name="T28" fmla="*/ 5575 w 12045"/>
                <a:gd name="T29" fmla="*/ 4800 h 12045"/>
                <a:gd name="T30" fmla="*/ 12045 w 12045"/>
                <a:gd name="T31" fmla="*/ 0 h 12045"/>
                <a:gd name="T32" fmla="*/ 12045 w 12045"/>
                <a:gd name="T33" fmla="*/ 12045 h 12045"/>
                <a:gd name="T34" fmla="*/ 0 w 12045"/>
                <a:gd name="T35" fmla="*/ 12045 h 12045"/>
                <a:gd name="T36" fmla="*/ 0 w 12045"/>
                <a:gd name="T37" fmla="*/ 0 h 12045"/>
                <a:gd name="T38" fmla="*/ 12045 w 12045"/>
                <a:gd name="T39" fmla="*/ 0 h 12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045" h="12045">
                  <a:moveTo>
                    <a:pt x="11340" y="710"/>
                  </a:moveTo>
                  <a:lnTo>
                    <a:pt x="710" y="710"/>
                  </a:lnTo>
                  <a:lnTo>
                    <a:pt x="710" y="11340"/>
                  </a:lnTo>
                  <a:lnTo>
                    <a:pt x="11340" y="11340"/>
                  </a:lnTo>
                  <a:lnTo>
                    <a:pt x="11340" y="710"/>
                  </a:lnTo>
                  <a:close/>
                  <a:moveTo>
                    <a:pt x="6040" y="2970"/>
                  </a:moveTo>
                  <a:cubicBezTo>
                    <a:pt x="5700" y="2970"/>
                    <a:pt x="5465" y="3205"/>
                    <a:pt x="5465" y="3545"/>
                  </a:cubicBezTo>
                  <a:cubicBezTo>
                    <a:pt x="5465" y="3860"/>
                    <a:pt x="5690" y="4085"/>
                    <a:pt x="6025" y="4085"/>
                  </a:cubicBezTo>
                  <a:cubicBezTo>
                    <a:pt x="6360" y="4085"/>
                    <a:pt x="6585" y="3860"/>
                    <a:pt x="6585" y="3535"/>
                  </a:cubicBezTo>
                  <a:cubicBezTo>
                    <a:pt x="6580" y="3205"/>
                    <a:pt x="6355" y="2970"/>
                    <a:pt x="6040" y="2970"/>
                  </a:cubicBezTo>
                  <a:close/>
                  <a:moveTo>
                    <a:pt x="5575" y="4800"/>
                  </a:moveTo>
                  <a:lnTo>
                    <a:pt x="5575" y="9075"/>
                  </a:lnTo>
                  <a:lnTo>
                    <a:pt x="6475" y="9075"/>
                  </a:lnTo>
                  <a:lnTo>
                    <a:pt x="6475" y="4800"/>
                  </a:lnTo>
                  <a:lnTo>
                    <a:pt x="5575" y="4800"/>
                  </a:lnTo>
                  <a:close/>
                  <a:moveTo>
                    <a:pt x="12045" y="0"/>
                  </a:moveTo>
                  <a:lnTo>
                    <a:pt x="12045" y="12045"/>
                  </a:lnTo>
                  <a:lnTo>
                    <a:pt x="0" y="12045"/>
                  </a:lnTo>
                  <a:lnTo>
                    <a:pt x="0" y="0"/>
                  </a:lnTo>
                  <a:lnTo>
                    <a:pt x="12045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7" name="Text">
              <a:extLst>
                <a:ext uri="{FF2B5EF4-FFF2-40B4-BE49-F238E27FC236}">
                  <a16:creationId xmlns:a16="http://schemas.microsoft.com/office/drawing/2014/main" id="{EDBF4E93-E3D4-4788-BB92-6ED378178A6A}"/>
                </a:ext>
              </a:extLst>
            </p:cNvPr>
            <p:cNvSpPr txBox="1"/>
            <p:nvPr userDrawn="1"/>
          </p:nvSpPr>
          <p:spPr>
            <a:xfrm>
              <a:off x="12365504" y="872561"/>
              <a:ext cx="1429871" cy="1579215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217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99" b="1" i="0" u="none" strike="noStrike" kern="1200" cap="none" spc="0" normalizeH="0" baseline="0" noProof="0" dirty="0">
                  <a:ln>
                    <a:noFill/>
                  </a:ln>
                  <a:solidFill>
                    <a:srgbClr val="00677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Background picture update</a:t>
              </a:r>
            </a:p>
            <a:p>
              <a:pPr marL="0" marR="0" lvl="0" indent="0" algn="l" defTabSz="914217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l" defTabSz="914217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99" b="0" i="0" u="none" strike="noStrike" kern="1200" cap="none" spc="0" normalizeH="0" baseline="0" noProof="0" dirty="0">
                  <a:ln>
                    <a:noFill/>
                  </a:ln>
                  <a:solidFill>
                    <a:srgbClr val="00677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If you decide to update the background pictures, you need to change the objects order by using the “Send to Back” feature</a:t>
              </a:r>
              <a:endParaRPr lang="en-US" sz="999" dirty="0"/>
            </a:p>
          </p:txBody>
        </p:sp>
      </p:grpSp>
      <p:sp>
        <p:nvSpPr>
          <p:cNvPr id="5" name="Pictu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6483"/>
          </a:xfrm>
          <a:prstGeom prst="rect">
            <a:avLst/>
          </a:prstGeom>
          <a:solidFill>
            <a:srgbClr val="C8C8C8"/>
          </a:solidFill>
        </p:spPr>
        <p:txBody>
          <a:bodyPr vert="horz" lIns="0" tIns="0" rIns="0" bIns="0" rtlCol="0" anchor="ctr" anchorCtr="1">
            <a:noAutofit/>
          </a:bodyPr>
          <a:lstStyle>
            <a:lvl1pPr algn="ctr">
              <a:defRPr lang="de-DE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Text box">
            <a:extLst>
              <a:ext uri="{FF2B5EF4-FFF2-40B4-BE49-F238E27FC236}">
                <a16:creationId xmlns:a16="http://schemas.microsoft.com/office/drawing/2014/main" id="{4F33E3CE-047B-4816-8CAF-7C058C216A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89888" y="3012378"/>
            <a:ext cx="3877829" cy="2906040"/>
          </a:xfrm>
          <a:solidFill>
            <a:schemeClr val="bg1">
              <a:alpha val="75000"/>
            </a:schemeClr>
          </a:solidFill>
        </p:spPr>
        <p:txBody>
          <a:bodyPr lIns="180000" tIns="144000" rIns="180000" bIns="144000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  <a:lvl2pPr>
              <a:lnSpc>
                <a:spcPct val="100000"/>
              </a:lnSpc>
              <a:spcAft>
                <a:spcPts val="600"/>
              </a:spcAft>
              <a:defRPr sz="1799"/>
            </a:lvl2pPr>
            <a:lvl3pPr>
              <a:lnSpc>
                <a:spcPct val="100000"/>
              </a:lnSpc>
              <a:spcAft>
                <a:spcPts val="600"/>
              </a:spcAft>
              <a:defRPr sz="1399"/>
            </a:lvl3pPr>
            <a:lvl4pPr>
              <a:lnSpc>
                <a:spcPct val="100000"/>
              </a:lnSpc>
              <a:spcAft>
                <a:spcPts val="600"/>
              </a:spcAft>
              <a:defRPr sz="1399"/>
            </a:lvl4pPr>
            <a:lvl5pPr>
              <a:lnSpc>
                <a:spcPct val="100000"/>
              </a:lnSpc>
              <a:spcAft>
                <a:spcPts val="600"/>
              </a:spcAft>
              <a:defRPr sz="13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DC02933-FDE2-46EF-B723-4CE559FDEE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905" y="519786"/>
            <a:ext cx="11154191" cy="1246693"/>
          </a:xfrm>
          <a:solidFill>
            <a:schemeClr val="bg1">
              <a:alpha val="75000"/>
            </a:schemeClr>
          </a:solidFill>
        </p:spPr>
        <p:txBody>
          <a:bodyPr lIns="216000" tIns="144000" rIns="216000" bIns="144000"/>
          <a:lstStyle>
            <a:lvl1pPr>
              <a:lnSpc>
                <a:spcPct val="100000"/>
              </a:lnSpc>
              <a:defRPr sz="2999"/>
            </a:lvl1pPr>
            <a:lvl2pPr marL="0" indent="0">
              <a:buNone/>
              <a:defRPr/>
            </a:lvl2pPr>
          </a:lstStyle>
          <a:p>
            <a:pPr lvl="0"/>
            <a:r>
              <a:rPr lang="en-US" noProof="0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037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slide (2 picture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6095226" y="0"/>
            <a:ext cx="6095225" cy="6856483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1" y="0"/>
            <a:ext cx="6095225" cy="6856483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98840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slide, text boxes (2 picture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Instructions">
            <a:extLst>
              <a:ext uri="{FF2B5EF4-FFF2-40B4-BE49-F238E27FC236}">
                <a16:creationId xmlns:a16="http://schemas.microsoft.com/office/drawing/2014/main" id="{AD6A2B94-6F55-CA26-2AA6-156172A564B7}"/>
              </a:ext>
            </a:extLst>
          </p:cNvPr>
          <p:cNvGrpSpPr/>
          <p:nvPr userDrawn="1"/>
        </p:nvGrpSpPr>
        <p:grpSpPr>
          <a:xfrm>
            <a:off x="12359067" y="381706"/>
            <a:ext cx="1429127" cy="2069503"/>
            <a:chOff x="12365504" y="381794"/>
            <a:chExt cx="1429871" cy="2069982"/>
          </a:xfrm>
        </p:grpSpPr>
        <p:sp>
          <p:nvSpPr>
            <p:cNvPr id="7" name="Icon - Information">
              <a:extLst>
                <a:ext uri="{FF2B5EF4-FFF2-40B4-BE49-F238E27FC236}">
                  <a16:creationId xmlns:a16="http://schemas.microsoft.com/office/drawing/2014/main" id="{2813DBFA-5099-48B3-85FF-BE04191324AD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2365504" y="381794"/>
              <a:ext cx="360363" cy="360363"/>
            </a:xfrm>
            <a:custGeom>
              <a:avLst/>
              <a:gdLst>
                <a:gd name="T0" fmla="*/ 11340 w 12045"/>
                <a:gd name="T1" fmla="*/ 710 h 12045"/>
                <a:gd name="T2" fmla="*/ 710 w 12045"/>
                <a:gd name="T3" fmla="*/ 710 h 12045"/>
                <a:gd name="T4" fmla="*/ 710 w 12045"/>
                <a:gd name="T5" fmla="*/ 11340 h 12045"/>
                <a:gd name="T6" fmla="*/ 11340 w 12045"/>
                <a:gd name="T7" fmla="*/ 11340 h 12045"/>
                <a:gd name="T8" fmla="*/ 11340 w 12045"/>
                <a:gd name="T9" fmla="*/ 710 h 12045"/>
                <a:gd name="T10" fmla="*/ 6040 w 12045"/>
                <a:gd name="T11" fmla="*/ 2970 h 12045"/>
                <a:gd name="T12" fmla="*/ 5465 w 12045"/>
                <a:gd name="T13" fmla="*/ 3545 h 12045"/>
                <a:gd name="T14" fmla="*/ 6025 w 12045"/>
                <a:gd name="T15" fmla="*/ 4085 h 12045"/>
                <a:gd name="T16" fmla="*/ 6585 w 12045"/>
                <a:gd name="T17" fmla="*/ 3535 h 12045"/>
                <a:gd name="T18" fmla="*/ 6040 w 12045"/>
                <a:gd name="T19" fmla="*/ 2970 h 12045"/>
                <a:gd name="T20" fmla="*/ 5575 w 12045"/>
                <a:gd name="T21" fmla="*/ 4800 h 12045"/>
                <a:gd name="T22" fmla="*/ 5575 w 12045"/>
                <a:gd name="T23" fmla="*/ 9075 h 12045"/>
                <a:gd name="T24" fmla="*/ 6475 w 12045"/>
                <a:gd name="T25" fmla="*/ 9075 h 12045"/>
                <a:gd name="T26" fmla="*/ 6475 w 12045"/>
                <a:gd name="T27" fmla="*/ 4800 h 12045"/>
                <a:gd name="T28" fmla="*/ 5575 w 12045"/>
                <a:gd name="T29" fmla="*/ 4800 h 12045"/>
                <a:gd name="T30" fmla="*/ 12045 w 12045"/>
                <a:gd name="T31" fmla="*/ 0 h 12045"/>
                <a:gd name="T32" fmla="*/ 12045 w 12045"/>
                <a:gd name="T33" fmla="*/ 12045 h 12045"/>
                <a:gd name="T34" fmla="*/ 0 w 12045"/>
                <a:gd name="T35" fmla="*/ 12045 h 12045"/>
                <a:gd name="T36" fmla="*/ 0 w 12045"/>
                <a:gd name="T37" fmla="*/ 0 h 12045"/>
                <a:gd name="T38" fmla="*/ 12045 w 12045"/>
                <a:gd name="T39" fmla="*/ 0 h 12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045" h="12045">
                  <a:moveTo>
                    <a:pt x="11340" y="710"/>
                  </a:moveTo>
                  <a:lnTo>
                    <a:pt x="710" y="710"/>
                  </a:lnTo>
                  <a:lnTo>
                    <a:pt x="710" y="11340"/>
                  </a:lnTo>
                  <a:lnTo>
                    <a:pt x="11340" y="11340"/>
                  </a:lnTo>
                  <a:lnTo>
                    <a:pt x="11340" y="710"/>
                  </a:lnTo>
                  <a:close/>
                  <a:moveTo>
                    <a:pt x="6040" y="2970"/>
                  </a:moveTo>
                  <a:cubicBezTo>
                    <a:pt x="5700" y="2970"/>
                    <a:pt x="5465" y="3205"/>
                    <a:pt x="5465" y="3545"/>
                  </a:cubicBezTo>
                  <a:cubicBezTo>
                    <a:pt x="5465" y="3860"/>
                    <a:pt x="5690" y="4085"/>
                    <a:pt x="6025" y="4085"/>
                  </a:cubicBezTo>
                  <a:cubicBezTo>
                    <a:pt x="6360" y="4085"/>
                    <a:pt x="6585" y="3860"/>
                    <a:pt x="6585" y="3535"/>
                  </a:cubicBezTo>
                  <a:cubicBezTo>
                    <a:pt x="6580" y="3205"/>
                    <a:pt x="6355" y="2970"/>
                    <a:pt x="6040" y="2970"/>
                  </a:cubicBezTo>
                  <a:close/>
                  <a:moveTo>
                    <a:pt x="5575" y="4800"/>
                  </a:moveTo>
                  <a:lnTo>
                    <a:pt x="5575" y="9075"/>
                  </a:lnTo>
                  <a:lnTo>
                    <a:pt x="6475" y="9075"/>
                  </a:lnTo>
                  <a:lnTo>
                    <a:pt x="6475" y="4800"/>
                  </a:lnTo>
                  <a:lnTo>
                    <a:pt x="5575" y="4800"/>
                  </a:lnTo>
                  <a:close/>
                  <a:moveTo>
                    <a:pt x="12045" y="0"/>
                  </a:moveTo>
                  <a:lnTo>
                    <a:pt x="12045" y="12045"/>
                  </a:lnTo>
                  <a:lnTo>
                    <a:pt x="0" y="12045"/>
                  </a:lnTo>
                  <a:lnTo>
                    <a:pt x="0" y="0"/>
                  </a:lnTo>
                  <a:lnTo>
                    <a:pt x="12045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8" name="Text">
              <a:extLst>
                <a:ext uri="{FF2B5EF4-FFF2-40B4-BE49-F238E27FC236}">
                  <a16:creationId xmlns:a16="http://schemas.microsoft.com/office/drawing/2014/main" id="{941B5FA8-BCCA-4DDF-AA6B-8863821991AA}"/>
                </a:ext>
              </a:extLst>
            </p:cNvPr>
            <p:cNvSpPr txBox="1"/>
            <p:nvPr userDrawn="1"/>
          </p:nvSpPr>
          <p:spPr>
            <a:xfrm>
              <a:off x="12365504" y="872561"/>
              <a:ext cx="1429871" cy="1579215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217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99" b="1" i="0" u="none" strike="noStrike" kern="1200" cap="none" spc="0" normalizeH="0" baseline="0" noProof="0" dirty="0">
                  <a:ln>
                    <a:noFill/>
                  </a:ln>
                  <a:solidFill>
                    <a:srgbClr val="00677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Background picture update</a:t>
              </a:r>
            </a:p>
            <a:p>
              <a:pPr marL="0" marR="0" lvl="0" indent="0" algn="l" defTabSz="914217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l" defTabSz="914217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99" b="0" i="0" u="none" strike="noStrike" kern="1200" cap="none" spc="0" normalizeH="0" baseline="0" noProof="0" dirty="0">
                  <a:ln>
                    <a:noFill/>
                  </a:ln>
                  <a:solidFill>
                    <a:srgbClr val="00677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If you decide to update the background pictures, you need to change the objects order by using the “Send to Back” feature</a:t>
              </a:r>
              <a:endParaRPr lang="en-US" sz="999" dirty="0"/>
            </a:p>
          </p:txBody>
        </p:sp>
      </p:grpSp>
      <p:sp>
        <p:nvSpPr>
          <p:cNvPr id="17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6095226" y="0"/>
            <a:ext cx="6095225" cy="6856483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A4F16B11-0D37-4B28-A883-EDA8E85D69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92155" y="4662996"/>
            <a:ext cx="3884002" cy="1672838"/>
          </a:xfrm>
          <a:solidFill>
            <a:schemeClr val="bg1">
              <a:alpha val="75000"/>
            </a:schemeClr>
          </a:solidFill>
        </p:spPr>
        <p:txBody>
          <a:bodyPr lIns="180000" tIns="144000" rIns="180000" bIns="144000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  <a:lvl2pPr>
              <a:lnSpc>
                <a:spcPct val="100000"/>
              </a:lnSpc>
              <a:spcAft>
                <a:spcPts val="600"/>
              </a:spcAft>
              <a:defRPr sz="1799"/>
            </a:lvl2pPr>
            <a:lvl3pPr>
              <a:lnSpc>
                <a:spcPct val="100000"/>
              </a:lnSpc>
              <a:spcAft>
                <a:spcPts val="600"/>
              </a:spcAft>
              <a:defRPr sz="1399"/>
            </a:lvl3pPr>
            <a:lvl4pPr>
              <a:lnSpc>
                <a:spcPct val="100000"/>
              </a:lnSpc>
              <a:spcAft>
                <a:spcPts val="600"/>
              </a:spcAft>
              <a:defRPr sz="1399"/>
            </a:lvl4pPr>
            <a:lvl5pPr>
              <a:lnSpc>
                <a:spcPct val="100000"/>
              </a:lnSpc>
              <a:spcAft>
                <a:spcPts val="600"/>
              </a:spcAft>
              <a:defRPr sz="13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1" y="0"/>
            <a:ext cx="6095225" cy="6856483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Text box 1">
            <a:extLst>
              <a:ext uri="{FF2B5EF4-FFF2-40B4-BE49-F238E27FC236}">
                <a16:creationId xmlns:a16="http://schemas.microsoft.com/office/drawing/2014/main" id="{498D44B4-DED9-47D5-99ED-8F3F27E5FC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7902" y="518280"/>
            <a:ext cx="3880358" cy="1672965"/>
          </a:xfrm>
          <a:solidFill>
            <a:schemeClr val="bg1">
              <a:alpha val="75000"/>
            </a:schemeClr>
          </a:solidFill>
        </p:spPr>
        <p:txBody>
          <a:bodyPr lIns="180000" tIns="144000" rIns="180000" bIns="144000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  <a:lvl2pPr>
              <a:lnSpc>
                <a:spcPct val="100000"/>
              </a:lnSpc>
              <a:spcAft>
                <a:spcPts val="600"/>
              </a:spcAft>
              <a:defRPr sz="1799"/>
            </a:lvl2pPr>
            <a:lvl3pPr>
              <a:lnSpc>
                <a:spcPct val="100000"/>
              </a:lnSpc>
              <a:spcAft>
                <a:spcPts val="600"/>
              </a:spcAft>
              <a:defRPr sz="1399"/>
            </a:lvl3pPr>
            <a:lvl4pPr>
              <a:lnSpc>
                <a:spcPct val="100000"/>
              </a:lnSpc>
              <a:spcAft>
                <a:spcPts val="600"/>
              </a:spcAft>
              <a:defRPr sz="1399"/>
            </a:lvl4pPr>
            <a:lvl5pPr>
              <a:lnSpc>
                <a:spcPct val="100000"/>
              </a:lnSpc>
              <a:spcAft>
                <a:spcPts val="600"/>
              </a:spcAft>
              <a:defRPr sz="13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336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slide (3 picture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8124570" y="0"/>
            <a:ext cx="4062283" cy="6858002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" name="Picture 2">
            <a:extLst>
              <a:ext uri="{FF2B5EF4-FFF2-40B4-BE49-F238E27FC236}">
                <a16:creationId xmlns:a16="http://schemas.microsoft.com/office/drawing/2014/main" id="{75E6B363-7B9E-4D1F-855F-9945C90F2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4062285" y="0"/>
            <a:ext cx="4062283" cy="6858002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4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3" y="0"/>
            <a:ext cx="4062283" cy="6858002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23390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slide, text boxes (3 picture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Instructions">
            <a:extLst>
              <a:ext uri="{FF2B5EF4-FFF2-40B4-BE49-F238E27FC236}">
                <a16:creationId xmlns:a16="http://schemas.microsoft.com/office/drawing/2014/main" id="{7EFD5B2D-0E2A-FE22-B54F-C3C3EC394DD2}"/>
              </a:ext>
            </a:extLst>
          </p:cNvPr>
          <p:cNvGrpSpPr/>
          <p:nvPr userDrawn="1"/>
        </p:nvGrpSpPr>
        <p:grpSpPr>
          <a:xfrm>
            <a:off x="12359067" y="381706"/>
            <a:ext cx="1429127" cy="2069503"/>
            <a:chOff x="12365504" y="381794"/>
            <a:chExt cx="1429871" cy="2069982"/>
          </a:xfrm>
        </p:grpSpPr>
        <p:sp>
          <p:nvSpPr>
            <p:cNvPr id="8" name="Icon - Information">
              <a:extLst>
                <a:ext uri="{FF2B5EF4-FFF2-40B4-BE49-F238E27FC236}">
                  <a16:creationId xmlns:a16="http://schemas.microsoft.com/office/drawing/2014/main" id="{3B0D0C75-6922-4885-83F0-7E61FDBAEE34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2365504" y="381794"/>
              <a:ext cx="360363" cy="360363"/>
            </a:xfrm>
            <a:custGeom>
              <a:avLst/>
              <a:gdLst>
                <a:gd name="T0" fmla="*/ 11340 w 12045"/>
                <a:gd name="T1" fmla="*/ 710 h 12045"/>
                <a:gd name="T2" fmla="*/ 710 w 12045"/>
                <a:gd name="T3" fmla="*/ 710 h 12045"/>
                <a:gd name="T4" fmla="*/ 710 w 12045"/>
                <a:gd name="T5" fmla="*/ 11340 h 12045"/>
                <a:gd name="T6" fmla="*/ 11340 w 12045"/>
                <a:gd name="T7" fmla="*/ 11340 h 12045"/>
                <a:gd name="T8" fmla="*/ 11340 w 12045"/>
                <a:gd name="T9" fmla="*/ 710 h 12045"/>
                <a:gd name="T10" fmla="*/ 6040 w 12045"/>
                <a:gd name="T11" fmla="*/ 2970 h 12045"/>
                <a:gd name="T12" fmla="*/ 5465 w 12045"/>
                <a:gd name="T13" fmla="*/ 3545 h 12045"/>
                <a:gd name="T14" fmla="*/ 6025 w 12045"/>
                <a:gd name="T15" fmla="*/ 4085 h 12045"/>
                <a:gd name="T16" fmla="*/ 6585 w 12045"/>
                <a:gd name="T17" fmla="*/ 3535 h 12045"/>
                <a:gd name="T18" fmla="*/ 6040 w 12045"/>
                <a:gd name="T19" fmla="*/ 2970 h 12045"/>
                <a:gd name="T20" fmla="*/ 5575 w 12045"/>
                <a:gd name="T21" fmla="*/ 4800 h 12045"/>
                <a:gd name="T22" fmla="*/ 5575 w 12045"/>
                <a:gd name="T23" fmla="*/ 9075 h 12045"/>
                <a:gd name="T24" fmla="*/ 6475 w 12045"/>
                <a:gd name="T25" fmla="*/ 9075 h 12045"/>
                <a:gd name="T26" fmla="*/ 6475 w 12045"/>
                <a:gd name="T27" fmla="*/ 4800 h 12045"/>
                <a:gd name="T28" fmla="*/ 5575 w 12045"/>
                <a:gd name="T29" fmla="*/ 4800 h 12045"/>
                <a:gd name="T30" fmla="*/ 12045 w 12045"/>
                <a:gd name="T31" fmla="*/ 0 h 12045"/>
                <a:gd name="T32" fmla="*/ 12045 w 12045"/>
                <a:gd name="T33" fmla="*/ 12045 h 12045"/>
                <a:gd name="T34" fmla="*/ 0 w 12045"/>
                <a:gd name="T35" fmla="*/ 12045 h 12045"/>
                <a:gd name="T36" fmla="*/ 0 w 12045"/>
                <a:gd name="T37" fmla="*/ 0 h 12045"/>
                <a:gd name="T38" fmla="*/ 12045 w 12045"/>
                <a:gd name="T39" fmla="*/ 0 h 12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045" h="12045">
                  <a:moveTo>
                    <a:pt x="11340" y="710"/>
                  </a:moveTo>
                  <a:lnTo>
                    <a:pt x="710" y="710"/>
                  </a:lnTo>
                  <a:lnTo>
                    <a:pt x="710" y="11340"/>
                  </a:lnTo>
                  <a:lnTo>
                    <a:pt x="11340" y="11340"/>
                  </a:lnTo>
                  <a:lnTo>
                    <a:pt x="11340" y="710"/>
                  </a:lnTo>
                  <a:close/>
                  <a:moveTo>
                    <a:pt x="6040" y="2970"/>
                  </a:moveTo>
                  <a:cubicBezTo>
                    <a:pt x="5700" y="2970"/>
                    <a:pt x="5465" y="3205"/>
                    <a:pt x="5465" y="3545"/>
                  </a:cubicBezTo>
                  <a:cubicBezTo>
                    <a:pt x="5465" y="3860"/>
                    <a:pt x="5690" y="4085"/>
                    <a:pt x="6025" y="4085"/>
                  </a:cubicBezTo>
                  <a:cubicBezTo>
                    <a:pt x="6360" y="4085"/>
                    <a:pt x="6585" y="3860"/>
                    <a:pt x="6585" y="3535"/>
                  </a:cubicBezTo>
                  <a:cubicBezTo>
                    <a:pt x="6580" y="3205"/>
                    <a:pt x="6355" y="2970"/>
                    <a:pt x="6040" y="2970"/>
                  </a:cubicBezTo>
                  <a:close/>
                  <a:moveTo>
                    <a:pt x="5575" y="4800"/>
                  </a:moveTo>
                  <a:lnTo>
                    <a:pt x="5575" y="9075"/>
                  </a:lnTo>
                  <a:lnTo>
                    <a:pt x="6475" y="9075"/>
                  </a:lnTo>
                  <a:lnTo>
                    <a:pt x="6475" y="4800"/>
                  </a:lnTo>
                  <a:lnTo>
                    <a:pt x="5575" y="4800"/>
                  </a:lnTo>
                  <a:close/>
                  <a:moveTo>
                    <a:pt x="12045" y="0"/>
                  </a:moveTo>
                  <a:lnTo>
                    <a:pt x="12045" y="12045"/>
                  </a:lnTo>
                  <a:lnTo>
                    <a:pt x="0" y="12045"/>
                  </a:lnTo>
                  <a:lnTo>
                    <a:pt x="0" y="0"/>
                  </a:lnTo>
                  <a:lnTo>
                    <a:pt x="12045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9" name="Text">
              <a:extLst>
                <a:ext uri="{FF2B5EF4-FFF2-40B4-BE49-F238E27FC236}">
                  <a16:creationId xmlns:a16="http://schemas.microsoft.com/office/drawing/2014/main" id="{4B67CC03-745B-4A58-A314-442DD8EA03A5}"/>
                </a:ext>
              </a:extLst>
            </p:cNvPr>
            <p:cNvSpPr txBox="1"/>
            <p:nvPr userDrawn="1"/>
          </p:nvSpPr>
          <p:spPr>
            <a:xfrm>
              <a:off x="12365504" y="872561"/>
              <a:ext cx="1429871" cy="1579215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217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99" b="1" i="0" u="none" strike="noStrike" kern="1200" cap="none" spc="0" normalizeH="0" baseline="0" noProof="0" dirty="0">
                  <a:ln>
                    <a:noFill/>
                  </a:ln>
                  <a:solidFill>
                    <a:srgbClr val="00677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Background picture update</a:t>
              </a:r>
            </a:p>
            <a:p>
              <a:pPr marL="0" marR="0" lvl="0" indent="0" algn="l" defTabSz="914217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l" defTabSz="914217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99" b="0" i="0" u="none" strike="noStrike" kern="1200" cap="none" spc="0" normalizeH="0" baseline="0" noProof="0" dirty="0">
                  <a:ln>
                    <a:noFill/>
                  </a:ln>
                  <a:solidFill>
                    <a:srgbClr val="00677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If you decide to update the background pictures, you need to change the objects order by using the “Send to Back” feature</a:t>
              </a:r>
              <a:endParaRPr lang="en-US" sz="999" dirty="0"/>
            </a:p>
          </p:txBody>
        </p:sp>
      </p:grpSp>
      <p:sp>
        <p:nvSpPr>
          <p:cNvPr id="7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8124570" y="0"/>
            <a:ext cx="4062283" cy="6858002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9F5E0BE0-E710-44BD-AC06-13C82062E8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761612" y="518280"/>
            <a:ext cx="2907340" cy="1664027"/>
          </a:xfrm>
          <a:solidFill>
            <a:schemeClr val="bg1">
              <a:alpha val="75000"/>
            </a:schemeClr>
          </a:solidFill>
        </p:spPr>
        <p:txBody>
          <a:bodyPr lIns="180000" tIns="144000" rIns="180000" bIns="144000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  <a:lvl2pPr>
              <a:lnSpc>
                <a:spcPct val="100000"/>
              </a:lnSpc>
              <a:spcAft>
                <a:spcPts val="600"/>
              </a:spcAft>
              <a:defRPr sz="1799"/>
            </a:lvl2pPr>
            <a:lvl3pPr>
              <a:lnSpc>
                <a:spcPct val="100000"/>
              </a:lnSpc>
              <a:spcAft>
                <a:spcPts val="600"/>
              </a:spcAft>
              <a:defRPr sz="1399"/>
            </a:lvl3pPr>
            <a:lvl4pPr>
              <a:lnSpc>
                <a:spcPct val="100000"/>
              </a:lnSpc>
              <a:spcAft>
                <a:spcPts val="600"/>
              </a:spcAft>
              <a:defRPr sz="1399"/>
            </a:lvl4pPr>
            <a:lvl5pPr>
              <a:lnSpc>
                <a:spcPct val="100000"/>
              </a:lnSpc>
              <a:spcAft>
                <a:spcPts val="600"/>
              </a:spcAft>
              <a:defRPr sz="13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2">
            <a:extLst>
              <a:ext uri="{FF2B5EF4-FFF2-40B4-BE49-F238E27FC236}">
                <a16:creationId xmlns:a16="http://schemas.microsoft.com/office/drawing/2014/main" id="{75E6B363-7B9E-4D1F-855F-9945C90F2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4062285" y="0"/>
            <a:ext cx="4062283" cy="6858002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1A7ACA32-7810-48AA-ABA8-70A7435773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40286" y="4258277"/>
            <a:ext cx="2906278" cy="1663667"/>
          </a:xfrm>
          <a:solidFill>
            <a:schemeClr val="bg1">
              <a:alpha val="75000"/>
            </a:schemeClr>
          </a:solidFill>
        </p:spPr>
        <p:txBody>
          <a:bodyPr lIns="180000" tIns="144000" rIns="180000" bIns="144000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  <a:lvl2pPr>
              <a:lnSpc>
                <a:spcPct val="100000"/>
              </a:lnSpc>
              <a:spcAft>
                <a:spcPts val="600"/>
              </a:spcAft>
              <a:defRPr sz="1799"/>
            </a:lvl2pPr>
            <a:lvl3pPr>
              <a:lnSpc>
                <a:spcPct val="100000"/>
              </a:lnSpc>
              <a:spcAft>
                <a:spcPts val="600"/>
              </a:spcAft>
              <a:defRPr sz="1399"/>
            </a:lvl3pPr>
            <a:lvl4pPr>
              <a:lnSpc>
                <a:spcPct val="100000"/>
              </a:lnSpc>
              <a:spcAft>
                <a:spcPts val="600"/>
              </a:spcAft>
              <a:defRPr sz="1399"/>
            </a:lvl4pPr>
            <a:lvl5pPr>
              <a:lnSpc>
                <a:spcPct val="100000"/>
              </a:lnSpc>
              <a:spcAft>
                <a:spcPts val="600"/>
              </a:spcAft>
              <a:defRPr sz="13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3" y="0"/>
            <a:ext cx="4062283" cy="6858002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0" name="Text box 1">
            <a:extLst>
              <a:ext uri="{FF2B5EF4-FFF2-40B4-BE49-F238E27FC236}">
                <a16:creationId xmlns:a16="http://schemas.microsoft.com/office/drawing/2014/main" id="{AE634593-C0C4-4730-B9C2-AC985C3B94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3049" y="518279"/>
            <a:ext cx="2905754" cy="1664028"/>
          </a:xfrm>
          <a:solidFill>
            <a:schemeClr val="bg1">
              <a:alpha val="75000"/>
            </a:schemeClr>
          </a:solidFill>
        </p:spPr>
        <p:txBody>
          <a:bodyPr lIns="180000" tIns="144000" rIns="180000" bIns="144000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  <a:lvl2pPr>
              <a:lnSpc>
                <a:spcPct val="100000"/>
              </a:lnSpc>
              <a:spcAft>
                <a:spcPts val="600"/>
              </a:spcAft>
              <a:defRPr sz="1799"/>
            </a:lvl2pPr>
            <a:lvl3pPr>
              <a:lnSpc>
                <a:spcPct val="100000"/>
              </a:lnSpc>
              <a:spcAft>
                <a:spcPts val="600"/>
              </a:spcAft>
              <a:defRPr sz="1399"/>
            </a:lvl3pPr>
            <a:lvl4pPr>
              <a:lnSpc>
                <a:spcPct val="100000"/>
              </a:lnSpc>
              <a:spcAft>
                <a:spcPts val="600"/>
              </a:spcAft>
              <a:defRPr sz="1399"/>
            </a:lvl4pPr>
            <a:lvl5pPr>
              <a:lnSpc>
                <a:spcPct val="100000"/>
              </a:lnSpc>
              <a:spcAft>
                <a:spcPts val="600"/>
              </a:spcAft>
              <a:defRPr sz="13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1810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slide (4 picture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6093214" y="3429001"/>
            <a:ext cx="6095225" cy="3428999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3429001"/>
            <a:ext cx="6095225" cy="3428999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6093214" y="1"/>
            <a:ext cx="6095225" cy="3428999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0" y="1"/>
            <a:ext cx="6095225" cy="3428999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63414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slide, text boxes (4 picture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Instructions">
            <a:extLst>
              <a:ext uri="{FF2B5EF4-FFF2-40B4-BE49-F238E27FC236}">
                <a16:creationId xmlns:a16="http://schemas.microsoft.com/office/drawing/2014/main" id="{95F7324E-5024-B515-66A9-E70270F61516}"/>
              </a:ext>
            </a:extLst>
          </p:cNvPr>
          <p:cNvGrpSpPr/>
          <p:nvPr userDrawn="1"/>
        </p:nvGrpSpPr>
        <p:grpSpPr>
          <a:xfrm>
            <a:off x="12359067" y="381706"/>
            <a:ext cx="1429127" cy="2069503"/>
            <a:chOff x="12365504" y="381794"/>
            <a:chExt cx="1429871" cy="2069982"/>
          </a:xfrm>
        </p:grpSpPr>
        <p:sp>
          <p:nvSpPr>
            <p:cNvPr id="9" name="Icon - Information">
              <a:extLst>
                <a:ext uri="{FF2B5EF4-FFF2-40B4-BE49-F238E27FC236}">
                  <a16:creationId xmlns:a16="http://schemas.microsoft.com/office/drawing/2014/main" id="{9F3D7B9F-D716-4D96-A9B0-2BA82590F505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2365504" y="381794"/>
              <a:ext cx="360363" cy="360363"/>
            </a:xfrm>
            <a:custGeom>
              <a:avLst/>
              <a:gdLst>
                <a:gd name="T0" fmla="*/ 11340 w 12045"/>
                <a:gd name="T1" fmla="*/ 710 h 12045"/>
                <a:gd name="T2" fmla="*/ 710 w 12045"/>
                <a:gd name="T3" fmla="*/ 710 h 12045"/>
                <a:gd name="T4" fmla="*/ 710 w 12045"/>
                <a:gd name="T5" fmla="*/ 11340 h 12045"/>
                <a:gd name="T6" fmla="*/ 11340 w 12045"/>
                <a:gd name="T7" fmla="*/ 11340 h 12045"/>
                <a:gd name="T8" fmla="*/ 11340 w 12045"/>
                <a:gd name="T9" fmla="*/ 710 h 12045"/>
                <a:gd name="T10" fmla="*/ 6040 w 12045"/>
                <a:gd name="T11" fmla="*/ 2970 h 12045"/>
                <a:gd name="T12" fmla="*/ 5465 w 12045"/>
                <a:gd name="T13" fmla="*/ 3545 h 12045"/>
                <a:gd name="T14" fmla="*/ 6025 w 12045"/>
                <a:gd name="T15" fmla="*/ 4085 h 12045"/>
                <a:gd name="T16" fmla="*/ 6585 w 12045"/>
                <a:gd name="T17" fmla="*/ 3535 h 12045"/>
                <a:gd name="T18" fmla="*/ 6040 w 12045"/>
                <a:gd name="T19" fmla="*/ 2970 h 12045"/>
                <a:gd name="T20" fmla="*/ 5575 w 12045"/>
                <a:gd name="T21" fmla="*/ 4800 h 12045"/>
                <a:gd name="T22" fmla="*/ 5575 w 12045"/>
                <a:gd name="T23" fmla="*/ 9075 h 12045"/>
                <a:gd name="T24" fmla="*/ 6475 w 12045"/>
                <a:gd name="T25" fmla="*/ 9075 h 12045"/>
                <a:gd name="T26" fmla="*/ 6475 w 12045"/>
                <a:gd name="T27" fmla="*/ 4800 h 12045"/>
                <a:gd name="T28" fmla="*/ 5575 w 12045"/>
                <a:gd name="T29" fmla="*/ 4800 h 12045"/>
                <a:gd name="T30" fmla="*/ 12045 w 12045"/>
                <a:gd name="T31" fmla="*/ 0 h 12045"/>
                <a:gd name="T32" fmla="*/ 12045 w 12045"/>
                <a:gd name="T33" fmla="*/ 12045 h 12045"/>
                <a:gd name="T34" fmla="*/ 0 w 12045"/>
                <a:gd name="T35" fmla="*/ 12045 h 12045"/>
                <a:gd name="T36" fmla="*/ 0 w 12045"/>
                <a:gd name="T37" fmla="*/ 0 h 12045"/>
                <a:gd name="T38" fmla="*/ 12045 w 12045"/>
                <a:gd name="T39" fmla="*/ 0 h 12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045" h="12045">
                  <a:moveTo>
                    <a:pt x="11340" y="710"/>
                  </a:moveTo>
                  <a:lnTo>
                    <a:pt x="710" y="710"/>
                  </a:lnTo>
                  <a:lnTo>
                    <a:pt x="710" y="11340"/>
                  </a:lnTo>
                  <a:lnTo>
                    <a:pt x="11340" y="11340"/>
                  </a:lnTo>
                  <a:lnTo>
                    <a:pt x="11340" y="710"/>
                  </a:lnTo>
                  <a:close/>
                  <a:moveTo>
                    <a:pt x="6040" y="2970"/>
                  </a:moveTo>
                  <a:cubicBezTo>
                    <a:pt x="5700" y="2970"/>
                    <a:pt x="5465" y="3205"/>
                    <a:pt x="5465" y="3545"/>
                  </a:cubicBezTo>
                  <a:cubicBezTo>
                    <a:pt x="5465" y="3860"/>
                    <a:pt x="5690" y="4085"/>
                    <a:pt x="6025" y="4085"/>
                  </a:cubicBezTo>
                  <a:cubicBezTo>
                    <a:pt x="6360" y="4085"/>
                    <a:pt x="6585" y="3860"/>
                    <a:pt x="6585" y="3535"/>
                  </a:cubicBezTo>
                  <a:cubicBezTo>
                    <a:pt x="6580" y="3205"/>
                    <a:pt x="6355" y="2970"/>
                    <a:pt x="6040" y="2970"/>
                  </a:cubicBezTo>
                  <a:close/>
                  <a:moveTo>
                    <a:pt x="5575" y="4800"/>
                  </a:moveTo>
                  <a:lnTo>
                    <a:pt x="5575" y="9075"/>
                  </a:lnTo>
                  <a:lnTo>
                    <a:pt x="6475" y="9075"/>
                  </a:lnTo>
                  <a:lnTo>
                    <a:pt x="6475" y="4800"/>
                  </a:lnTo>
                  <a:lnTo>
                    <a:pt x="5575" y="4800"/>
                  </a:lnTo>
                  <a:close/>
                  <a:moveTo>
                    <a:pt x="12045" y="0"/>
                  </a:moveTo>
                  <a:lnTo>
                    <a:pt x="12045" y="12045"/>
                  </a:lnTo>
                  <a:lnTo>
                    <a:pt x="0" y="12045"/>
                  </a:lnTo>
                  <a:lnTo>
                    <a:pt x="0" y="0"/>
                  </a:lnTo>
                  <a:lnTo>
                    <a:pt x="12045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0" name="Text">
              <a:extLst>
                <a:ext uri="{FF2B5EF4-FFF2-40B4-BE49-F238E27FC236}">
                  <a16:creationId xmlns:a16="http://schemas.microsoft.com/office/drawing/2014/main" id="{91CAEE36-49D1-4AF7-B478-F67F8849D453}"/>
                </a:ext>
              </a:extLst>
            </p:cNvPr>
            <p:cNvSpPr txBox="1"/>
            <p:nvPr userDrawn="1"/>
          </p:nvSpPr>
          <p:spPr>
            <a:xfrm>
              <a:off x="12365504" y="872561"/>
              <a:ext cx="1429871" cy="1579215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217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99" b="1" i="0" u="none" strike="noStrike" kern="1200" cap="none" spc="0" normalizeH="0" baseline="0" noProof="0" dirty="0">
                  <a:ln>
                    <a:noFill/>
                  </a:ln>
                  <a:solidFill>
                    <a:srgbClr val="00677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Background picture update</a:t>
              </a:r>
            </a:p>
            <a:p>
              <a:pPr marL="0" marR="0" lvl="0" indent="0" algn="l" defTabSz="914217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l" defTabSz="914217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99" b="0" i="0" u="none" strike="noStrike" kern="1200" cap="none" spc="0" normalizeH="0" baseline="0" noProof="0" dirty="0">
                  <a:ln>
                    <a:noFill/>
                  </a:ln>
                  <a:solidFill>
                    <a:srgbClr val="00677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If you decide to update the background pictures, you need to change the objects order by using the “Send to Back” feature</a:t>
              </a:r>
              <a:endParaRPr lang="en-US" sz="999" dirty="0"/>
            </a:p>
          </p:txBody>
        </p:sp>
      </p:grpSp>
      <p:sp>
        <p:nvSpPr>
          <p:cNvPr id="17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6093214" y="3429794"/>
            <a:ext cx="6095225" cy="342820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F9ADA93A-3B24-471A-80CC-B1EE8A7A36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35884" y="5079050"/>
            <a:ext cx="2906278" cy="1252438"/>
          </a:xfrm>
          <a:solidFill>
            <a:schemeClr val="bg1">
              <a:alpha val="75000"/>
            </a:schemeClr>
          </a:solidFill>
        </p:spPr>
        <p:txBody>
          <a:bodyPr lIns="180000" tIns="144000" rIns="180000" bIns="144000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  <a:lvl2pPr>
              <a:lnSpc>
                <a:spcPct val="100000"/>
              </a:lnSpc>
              <a:spcAft>
                <a:spcPts val="600"/>
              </a:spcAft>
              <a:defRPr sz="1799"/>
            </a:lvl2pPr>
            <a:lvl3pPr>
              <a:lnSpc>
                <a:spcPct val="100000"/>
              </a:lnSpc>
              <a:spcAft>
                <a:spcPts val="600"/>
              </a:spcAft>
              <a:defRPr sz="1399"/>
            </a:lvl3pPr>
            <a:lvl4pPr>
              <a:lnSpc>
                <a:spcPct val="100000"/>
              </a:lnSpc>
              <a:spcAft>
                <a:spcPts val="600"/>
              </a:spcAft>
              <a:defRPr sz="1399"/>
            </a:lvl4pPr>
            <a:lvl5pPr>
              <a:lnSpc>
                <a:spcPct val="100000"/>
              </a:lnSpc>
              <a:spcAft>
                <a:spcPts val="600"/>
              </a:spcAft>
              <a:defRPr sz="13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3429794"/>
            <a:ext cx="6095225" cy="342820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6093214" y="0"/>
            <a:ext cx="6095225" cy="342820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0" y="0"/>
            <a:ext cx="6095225" cy="342820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Text box 1">
            <a:extLst>
              <a:ext uri="{FF2B5EF4-FFF2-40B4-BE49-F238E27FC236}">
                <a16:creationId xmlns:a16="http://schemas.microsoft.com/office/drawing/2014/main" id="{E28AF4E3-70D9-4CE7-9326-FC8E52D5F9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0430" y="518280"/>
            <a:ext cx="2908372" cy="1248199"/>
          </a:xfrm>
          <a:solidFill>
            <a:schemeClr val="bg1">
              <a:alpha val="75000"/>
            </a:schemeClr>
          </a:solidFill>
        </p:spPr>
        <p:txBody>
          <a:bodyPr lIns="180000" tIns="144000" rIns="180000" bIns="144000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  <a:lvl2pPr>
              <a:lnSpc>
                <a:spcPct val="100000"/>
              </a:lnSpc>
              <a:spcAft>
                <a:spcPts val="600"/>
              </a:spcAft>
              <a:defRPr sz="1799"/>
            </a:lvl2pPr>
            <a:lvl3pPr>
              <a:lnSpc>
                <a:spcPct val="100000"/>
              </a:lnSpc>
              <a:spcAft>
                <a:spcPts val="600"/>
              </a:spcAft>
              <a:defRPr sz="1399"/>
            </a:lvl3pPr>
            <a:lvl4pPr>
              <a:lnSpc>
                <a:spcPct val="100000"/>
              </a:lnSpc>
              <a:spcAft>
                <a:spcPts val="600"/>
              </a:spcAft>
              <a:defRPr sz="1399"/>
            </a:lvl4pPr>
            <a:lvl5pPr>
              <a:lnSpc>
                <a:spcPct val="100000"/>
              </a:lnSpc>
              <a:spcAft>
                <a:spcPts val="600"/>
              </a:spcAft>
              <a:defRPr sz="13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5414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slide (6 picture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6">
            <a:extLst>
              <a:ext uri="{FF2B5EF4-FFF2-40B4-BE49-F238E27FC236}">
                <a16:creationId xmlns:a16="http://schemas.microsoft.com/office/drawing/2014/main" id="{A0E9022C-CB11-4B87-AE23-9E4329401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8131765" y="3429794"/>
            <a:ext cx="4066941" cy="342820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Picture 5">
            <a:extLst>
              <a:ext uri="{FF2B5EF4-FFF2-40B4-BE49-F238E27FC236}">
                <a16:creationId xmlns:a16="http://schemas.microsoft.com/office/drawing/2014/main" id="{6AD04322-37D9-4D87-93CC-BB27FCFA7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4065883" y="3429794"/>
            <a:ext cx="4066941" cy="342820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Picture 4">
            <a:extLst>
              <a:ext uri="{FF2B5EF4-FFF2-40B4-BE49-F238E27FC236}">
                <a16:creationId xmlns:a16="http://schemas.microsoft.com/office/drawing/2014/main" id="{8462DFA4-3466-4425-BCF6-4E0C92D6C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 bwMode="gray">
          <a:xfrm>
            <a:off x="0" y="3429794"/>
            <a:ext cx="4065882" cy="342820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9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8131765" y="1"/>
            <a:ext cx="4066941" cy="3429000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Picture 2">
            <a:extLst>
              <a:ext uri="{FF2B5EF4-FFF2-40B4-BE49-F238E27FC236}">
                <a16:creationId xmlns:a16="http://schemas.microsoft.com/office/drawing/2014/main" id="{19CC6E02-D555-43FC-A6EB-8ECCD5814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4065883" y="1"/>
            <a:ext cx="4066941" cy="3429000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8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0" y="0"/>
            <a:ext cx="4065882" cy="3429000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62059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slide, text boxes (6 picture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Instructions">
            <a:extLst>
              <a:ext uri="{FF2B5EF4-FFF2-40B4-BE49-F238E27FC236}">
                <a16:creationId xmlns:a16="http://schemas.microsoft.com/office/drawing/2014/main" id="{13FEE170-AC35-9555-16A3-C46EDADCB683}"/>
              </a:ext>
            </a:extLst>
          </p:cNvPr>
          <p:cNvGrpSpPr/>
          <p:nvPr userDrawn="1"/>
        </p:nvGrpSpPr>
        <p:grpSpPr>
          <a:xfrm>
            <a:off x="12359067" y="381706"/>
            <a:ext cx="1429127" cy="2069503"/>
            <a:chOff x="12365504" y="381794"/>
            <a:chExt cx="1429871" cy="2069982"/>
          </a:xfrm>
        </p:grpSpPr>
        <p:sp>
          <p:nvSpPr>
            <p:cNvPr id="11" name="Icon - Information">
              <a:extLst>
                <a:ext uri="{FF2B5EF4-FFF2-40B4-BE49-F238E27FC236}">
                  <a16:creationId xmlns:a16="http://schemas.microsoft.com/office/drawing/2014/main" id="{D71B15AC-7508-4D2E-9A2C-DDCFC663FBD0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2365504" y="381794"/>
              <a:ext cx="360363" cy="360363"/>
            </a:xfrm>
            <a:custGeom>
              <a:avLst/>
              <a:gdLst>
                <a:gd name="T0" fmla="*/ 11340 w 12045"/>
                <a:gd name="T1" fmla="*/ 710 h 12045"/>
                <a:gd name="T2" fmla="*/ 710 w 12045"/>
                <a:gd name="T3" fmla="*/ 710 h 12045"/>
                <a:gd name="T4" fmla="*/ 710 w 12045"/>
                <a:gd name="T5" fmla="*/ 11340 h 12045"/>
                <a:gd name="T6" fmla="*/ 11340 w 12045"/>
                <a:gd name="T7" fmla="*/ 11340 h 12045"/>
                <a:gd name="T8" fmla="*/ 11340 w 12045"/>
                <a:gd name="T9" fmla="*/ 710 h 12045"/>
                <a:gd name="T10" fmla="*/ 6040 w 12045"/>
                <a:gd name="T11" fmla="*/ 2970 h 12045"/>
                <a:gd name="T12" fmla="*/ 5465 w 12045"/>
                <a:gd name="T13" fmla="*/ 3545 h 12045"/>
                <a:gd name="T14" fmla="*/ 6025 w 12045"/>
                <a:gd name="T15" fmla="*/ 4085 h 12045"/>
                <a:gd name="T16" fmla="*/ 6585 w 12045"/>
                <a:gd name="T17" fmla="*/ 3535 h 12045"/>
                <a:gd name="T18" fmla="*/ 6040 w 12045"/>
                <a:gd name="T19" fmla="*/ 2970 h 12045"/>
                <a:gd name="T20" fmla="*/ 5575 w 12045"/>
                <a:gd name="T21" fmla="*/ 4800 h 12045"/>
                <a:gd name="T22" fmla="*/ 5575 w 12045"/>
                <a:gd name="T23" fmla="*/ 9075 h 12045"/>
                <a:gd name="T24" fmla="*/ 6475 w 12045"/>
                <a:gd name="T25" fmla="*/ 9075 h 12045"/>
                <a:gd name="T26" fmla="*/ 6475 w 12045"/>
                <a:gd name="T27" fmla="*/ 4800 h 12045"/>
                <a:gd name="T28" fmla="*/ 5575 w 12045"/>
                <a:gd name="T29" fmla="*/ 4800 h 12045"/>
                <a:gd name="T30" fmla="*/ 12045 w 12045"/>
                <a:gd name="T31" fmla="*/ 0 h 12045"/>
                <a:gd name="T32" fmla="*/ 12045 w 12045"/>
                <a:gd name="T33" fmla="*/ 12045 h 12045"/>
                <a:gd name="T34" fmla="*/ 0 w 12045"/>
                <a:gd name="T35" fmla="*/ 12045 h 12045"/>
                <a:gd name="T36" fmla="*/ 0 w 12045"/>
                <a:gd name="T37" fmla="*/ 0 h 12045"/>
                <a:gd name="T38" fmla="*/ 12045 w 12045"/>
                <a:gd name="T39" fmla="*/ 0 h 12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045" h="12045">
                  <a:moveTo>
                    <a:pt x="11340" y="710"/>
                  </a:moveTo>
                  <a:lnTo>
                    <a:pt x="710" y="710"/>
                  </a:lnTo>
                  <a:lnTo>
                    <a:pt x="710" y="11340"/>
                  </a:lnTo>
                  <a:lnTo>
                    <a:pt x="11340" y="11340"/>
                  </a:lnTo>
                  <a:lnTo>
                    <a:pt x="11340" y="710"/>
                  </a:lnTo>
                  <a:close/>
                  <a:moveTo>
                    <a:pt x="6040" y="2970"/>
                  </a:moveTo>
                  <a:cubicBezTo>
                    <a:pt x="5700" y="2970"/>
                    <a:pt x="5465" y="3205"/>
                    <a:pt x="5465" y="3545"/>
                  </a:cubicBezTo>
                  <a:cubicBezTo>
                    <a:pt x="5465" y="3860"/>
                    <a:pt x="5690" y="4085"/>
                    <a:pt x="6025" y="4085"/>
                  </a:cubicBezTo>
                  <a:cubicBezTo>
                    <a:pt x="6360" y="4085"/>
                    <a:pt x="6585" y="3860"/>
                    <a:pt x="6585" y="3535"/>
                  </a:cubicBezTo>
                  <a:cubicBezTo>
                    <a:pt x="6580" y="3205"/>
                    <a:pt x="6355" y="2970"/>
                    <a:pt x="6040" y="2970"/>
                  </a:cubicBezTo>
                  <a:close/>
                  <a:moveTo>
                    <a:pt x="5575" y="4800"/>
                  </a:moveTo>
                  <a:lnTo>
                    <a:pt x="5575" y="9075"/>
                  </a:lnTo>
                  <a:lnTo>
                    <a:pt x="6475" y="9075"/>
                  </a:lnTo>
                  <a:lnTo>
                    <a:pt x="6475" y="4800"/>
                  </a:lnTo>
                  <a:lnTo>
                    <a:pt x="5575" y="4800"/>
                  </a:lnTo>
                  <a:close/>
                  <a:moveTo>
                    <a:pt x="12045" y="0"/>
                  </a:moveTo>
                  <a:lnTo>
                    <a:pt x="12045" y="12045"/>
                  </a:lnTo>
                  <a:lnTo>
                    <a:pt x="0" y="12045"/>
                  </a:lnTo>
                  <a:lnTo>
                    <a:pt x="0" y="0"/>
                  </a:lnTo>
                  <a:lnTo>
                    <a:pt x="12045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12" name="Text">
              <a:extLst>
                <a:ext uri="{FF2B5EF4-FFF2-40B4-BE49-F238E27FC236}">
                  <a16:creationId xmlns:a16="http://schemas.microsoft.com/office/drawing/2014/main" id="{BA00BA6E-534E-4CE4-986E-A177B19CCC27}"/>
                </a:ext>
              </a:extLst>
            </p:cNvPr>
            <p:cNvSpPr txBox="1"/>
            <p:nvPr userDrawn="1"/>
          </p:nvSpPr>
          <p:spPr>
            <a:xfrm>
              <a:off x="12365504" y="872561"/>
              <a:ext cx="1429871" cy="1579215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217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99" b="1" i="0" u="none" strike="noStrike" kern="1200" cap="none" spc="0" normalizeH="0" baseline="0" noProof="0" dirty="0">
                  <a:ln>
                    <a:noFill/>
                  </a:ln>
                  <a:solidFill>
                    <a:srgbClr val="00677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Background picture update</a:t>
              </a:r>
            </a:p>
            <a:p>
              <a:pPr marL="0" marR="0" lvl="0" indent="0" algn="l" defTabSz="914217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999" b="0" i="0" u="none" strike="noStrike" kern="1200" cap="none" spc="0" normalizeH="0" baseline="0" noProof="0" dirty="0">
                <a:ln>
                  <a:noFill/>
                </a:ln>
                <a:solidFill>
                  <a:srgbClr val="00677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l" defTabSz="914217" rtl="0" eaLnBrk="1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99" b="0" i="0" u="none" strike="noStrike" kern="1200" cap="none" spc="0" normalizeH="0" baseline="0" noProof="0" dirty="0">
                  <a:ln>
                    <a:noFill/>
                  </a:ln>
                  <a:solidFill>
                    <a:srgbClr val="00677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If you decide to update the background pictures, you need to change the objects order by using the “Send to Back” feature</a:t>
              </a:r>
              <a:endParaRPr lang="en-US" sz="999" dirty="0"/>
            </a:p>
          </p:txBody>
        </p:sp>
      </p:grpSp>
      <p:sp>
        <p:nvSpPr>
          <p:cNvPr id="15" name="Picture 6">
            <a:extLst>
              <a:ext uri="{FF2B5EF4-FFF2-40B4-BE49-F238E27FC236}">
                <a16:creationId xmlns:a16="http://schemas.microsoft.com/office/drawing/2014/main" id="{A0E9022C-CB11-4B87-AE23-9E4329401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8131765" y="3429794"/>
            <a:ext cx="4066941" cy="342820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Text box 3">
            <a:extLst>
              <a:ext uri="{FF2B5EF4-FFF2-40B4-BE49-F238E27FC236}">
                <a16:creationId xmlns:a16="http://schemas.microsoft.com/office/drawing/2014/main" id="{6241C409-26DB-453A-BED0-15F2B327AD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063750" y="5505763"/>
            <a:ext cx="2604683" cy="813628"/>
          </a:xfrm>
          <a:solidFill>
            <a:schemeClr val="bg1">
              <a:alpha val="75000"/>
            </a:schemeClr>
          </a:solidFill>
        </p:spPr>
        <p:txBody>
          <a:bodyPr lIns="144000" tIns="108000" rIns="144000" bIns="108000" anchor="ctr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5">
            <a:extLst>
              <a:ext uri="{FF2B5EF4-FFF2-40B4-BE49-F238E27FC236}">
                <a16:creationId xmlns:a16="http://schemas.microsoft.com/office/drawing/2014/main" id="{6AD04322-37D9-4D87-93CC-BB27FCFA7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4065883" y="3429794"/>
            <a:ext cx="4066941" cy="342820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1" name="Text box 2">
            <a:extLst>
              <a:ext uri="{FF2B5EF4-FFF2-40B4-BE49-F238E27FC236}">
                <a16:creationId xmlns:a16="http://schemas.microsoft.com/office/drawing/2014/main" id="{42B01483-A068-45CE-8F3A-F7B37097C4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93659" y="3844034"/>
            <a:ext cx="2604683" cy="816134"/>
          </a:xfrm>
          <a:solidFill>
            <a:schemeClr val="bg1">
              <a:alpha val="75000"/>
            </a:schemeClr>
          </a:solidFill>
        </p:spPr>
        <p:txBody>
          <a:bodyPr lIns="144000" tIns="108000" rIns="144000" bIns="108000" anchor="ctr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4">
            <a:extLst>
              <a:ext uri="{FF2B5EF4-FFF2-40B4-BE49-F238E27FC236}">
                <a16:creationId xmlns:a16="http://schemas.microsoft.com/office/drawing/2014/main" id="{8462DFA4-3466-4425-BCF6-4E0C92D6C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 bwMode="gray">
          <a:xfrm>
            <a:off x="0" y="3429794"/>
            <a:ext cx="4065882" cy="342820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9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8131765" y="0"/>
            <a:ext cx="4066941" cy="342820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Picture 2">
            <a:extLst>
              <a:ext uri="{FF2B5EF4-FFF2-40B4-BE49-F238E27FC236}">
                <a16:creationId xmlns:a16="http://schemas.microsoft.com/office/drawing/2014/main" id="{19CC6E02-D555-43FC-A6EB-8ECCD5814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4065883" y="0"/>
            <a:ext cx="4066941" cy="342820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8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0" y="-1"/>
            <a:ext cx="4065882" cy="342820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Text box 1">
            <a:extLst>
              <a:ext uri="{FF2B5EF4-FFF2-40B4-BE49-F238E27FC236}">
                <a16:creationId xmlns:a16="http://schemas.microsoft.com/office/drawing/2014/main" id="{9F335A7D-EA99-4312-A273-1982141E83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7255" y="2182307"/>
            <a:ext cx="2605006" cy="813628"/>
          </a:xfrm>
          <a:solidFill>
            <a:schemeClr val="bg1">
              <a:alpha val="75000"/>
            </a:schemeClr>
          </a:solidFill>
        </p:spPr>
        <p:txBody>
          <a:bodyPr lIns="144000" tIns="108000" rIns="144000" bIns="108000" anchor="ctr"/>
          <a:lstStyle>
            <a:lvl1pPr>
              <a:lnSpc>
                <a:spcPct val="100000"/>
              </a:lnSpc>
              <a:spcAft>
                <a:spcPts val="600"/>
              </a:spcAft>
              <a:defRPr sz="1799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6919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 left,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E6FFC71D-665B-7FCF-1EF1-D3E6DAB22C9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en-US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en-US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DB441D0D-24F0-7AD0-DCD0-D45710969AF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Presentation title | Department | Date</a:t>
            </a:r>
            <a:endParaRPr lang="en-US" dirty="0"/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5E8B80B8-4F29-1F19-299D-509F05F296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85" y="521087"/>
            <a:ext cx="5332810" cy="5823380"/>
          </a:xfrm>
          <a:solidFill>
            <a:srgbClr val="C8C8C8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FF618719-AF77-92A5-8906-494754AA750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8905" y="1352999"/>
            <a:ext cx="5334335" cy="4982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6EF6DAB6-5ECC-9971-3EF8-48206F71C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05" y="521087"/>
            <a:ext cx="5337316" cy="6856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5701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 right,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956EFE3-4FC2-D8C7-D16D-F736AA59384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en-US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en-US" dirty="0"/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C667C5CC-6238-3F04-A8E9-01BFA234F16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Presentation title | Department | Date</a:t>
            </a:r>
            <a:endParaRPr lang="en-US" dirty="0"/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FF618719-AF77-92A5-8906-494754AA750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39523" y="1352999"/>
            <a:ext cx="5334335" cy="4982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96749476-ACDD-39D7-8ECB-E3EFAF1C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174" y="521087"/>
            <a:ext cx="5335921" cy="6856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5E8B80B8-4F29-1F19-299D-509F05F296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9667" y="521087"/>
            <a:ext cx="5332810" cy="5823380"/>
          </a:xfrm>
          <a:solidFill>
            <a:srgbClr val="C8C8C8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95266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6A0231B2-0C48-1C55-2D00-5C1F97AE495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en-US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en-US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3F253B2C-8574-5FE1-CD0A-EE7D569AB21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Presentation title | Department | Date</a:t>
            </a:r>
            <a:endParaRPr lang="en-US" dirty="0"/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838734A6-820F-3AD4-1ABD-E7E3DB9EF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518905" y="1352999"/>
            <a:ext cx="11151495" cy="498232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0476BAC-6FBE-1A9F-0ED8-B49ACBBA3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9730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with text in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80840AB9-F3A8-49D8-5EB6-8FE6C134F3C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en-US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en-US" dirty="0"/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C47D4F1C-45F8-0694-E5E2-FEEB8AB9CF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Presentation title | Department | Date</a:t>
            </a:r>
            <a:endParaRPr lang="en-US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EB8F63EF-D8B9-6A74-95C6-DF81BBBC7D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76090" y="4674106"/>
            <a:ext cx="3379615" cy="1661727"/>
          </a:xfrm>
        </p:spPr>
        <p:txBody>
          <a:bodyPr/>
          <a:lstStyle>
            <a:lvl1pPr>
              <a:defRPr sz="1599"/>
            </a:lvl1pPr>
            <a:lvl2pPr>
              <a:defRPr sz="1599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5E444345-1B1D-AC03-A087-F2D9780908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98260" y="4674106"/>
            <a:ext cx="3379615" cy="1661727"/>
          </a:xfrm>
        </p:spPr>
        <p:txBody>
          <a:bodyPr/>
          <a:lstStyle>
            <a:lvl1pPr>
              <a:defRPr sz="1599"/>
            </a:lvl1pPr>
            <a:lvl2pPr>
              <a:defRPr sz="1599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D8AD47BD-4CB8-7694-E554-5376403BAF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0429" y="4674106"/>
            <a:ext cx="3379615" cy="1661727"/>
          </a:xfrm>
        </p:spPr>
        <p:txBody>
          <a:bodyPr/>
          <a:lstStyle>
            <a:lvl1pPr>
              <a:defRPr sz="1599"/>
            </a:lvl1pPr>
            <a:lvl2pPr>
              <a:defRPr sz="1599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C09BA6F8-9A99-0E2A-19D3-88788F5A54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98260" y="522168"/>
            <a:ext cx="7274836" cy="3721825"/>
          </a:xfrm>
          <a:solidFill>
            <a:srgbClr val="C8C8C8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93CAE76F-C8ED-8A1C-C361-744DE362E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05" y="521087"/>
            <a:ext cx="3395420" cy="6856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7408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op with text in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AC19C06C-BE51-AAEE-8946-7973FC2A3CF1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en-US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en-US" dirty="0"/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44D51EEB-27C7-1386-58DD-EB91B21F13B9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Presentation title | Department | Date</a:t>
            </a:r>
            <a:endParaRPr lang="en-US" dirty="0"/>
          </a:p>
        </p:txBody>
      </p:sp>
      <p:sp>
        <p:nvSpPr>
          <p:cNvPr id="11" name="Content 2">
            <a:extLst>
              <a:ext uri="{FF2B5EF4-FFF2-40B4-BE49-F238E27FC236}">
                <a16:creationId xmlns:a16="http://schemas.microsoft.com/office/drawing/2014/main" id="{E2568625-E0B9-1C58-7F99-DE392FB7E2B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340285" y="3429000"/>
            <a:ext cx="5332810" cy="29068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1">
            <a:extLst>
              <a:ext uri="{FF2B5EF4-FFF2-40B4-BE49-F238E27FC236}">
                <a16:creationId xmlns:a16="http://schemas.microsoft.com/office/drawing/2014/main" id="{D3D74917-D282-5B0F-960A-F924997BA626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520429" y="3429000"/>
            <a:ext cx="5332810" cy="29068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">
            <a:extLst>
              <a:ext uri="{FF2B5EF4-FFF2-40B4-BE49-F238E27FC236}">
                <a16:creationId xmlns:a16="http://schemas.microsoft.com/office/drawing/2014/main" id="{2C46C977-2EA4-DEF5-C489-EF3FDF0A85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2988572"/>
          </a:xfrm>
          <a:solidFill>
            <a:srgbClr val="C8C8C8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9C71CD9D-7A26-F587-3D14-2E37EA77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007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ottom with text in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394DD2B4-D496-B925-1FD0-14F5CF7862DA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en-US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en-US" dirty="0"/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CE976F3A-BEF1-36B5-DBE5-9AB2560735D5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Presentation title | Department | Date</a:t>
            </a:r>
            <a:endParaRPr lang="en-US" dirty="0"/>
          </a:p>
        </p:txBody>
      </p:sp>
      <p:sp>
        <p:nvSpPr>
          <p:cNvPr id="6" name="Picture">
            <a:extLst>
              <a:ext uri="{FF2B5EF4-FFF2-40B4-BE49-F238E27FC236}">
                <a16:creationId xmlns:a16="http://schemas.microsoft.com/office/drawing/2014/main" id="{2C46C977-2EA4-DEF5-C489-EF3FDF0A85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8904" y="3844035"/>
            <a:ext cx="11154192" cy="2492878"/>
          </a:xfrm>
          <a:solidFill>
            <a:srgbClr val="C8C8C8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2">
            <a:extLst>
              <a:ext uri="{FF2B5EF4-FFF2-40B4-BE49-F238E27FC236}">
                <a16:creationId xmlns:a16="http://schemas.microsoft.com/office/drawing/2014/main" id="{E2568625-E0B9-1C58-7F99-DE392FB7E2B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340285" y="1350650"/>
            <a:ext cx="5332810" cy="2251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1">
            <a:extLst>
              <a:ext uri="{FF2B5EF4-FFF2-40B4-BE49-F238E27FC236}">
                <a16:creationId xmlns:a16="http://schemas.microsoft.com/office/drawing/2014/main" id="{D3D74917-D282-5B0F-960A-F924997BA626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520429" y="1350650"/>
            <a:ext cx="5332810" cy="2251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D1E556B-158C-D2CA-762C-617736CA0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1692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 top, text box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C1B369D9-5BAB-4CB5-8603-5314B8A9609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en-US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A164E7CB-997C-3380-7E49-DC043370517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Presentation title | Department | Date</a:t>
            </a:r>
            <a:endParaRPr lang="en-US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7C7B7C2A-70DB-AE4F-4A9E-7DEBB4A8DF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76090" y="4674106"/>
            <a:ext cx="3379615" cy="1661727"/>
          </a:xfrm>
        </p:spPr>
        <p:txBody>
          <a:bodyPr/>
          <a:lstStyle>
            <a:lvl1pPr>
              <a:defRPr sz="1599"/>
            </a:lvl1pPr>
            <a:lvl2pPr>
              <a:defRPr sz="1599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F5280BE-7373-D9BB-4751-6B5EE3BA6F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98260" y="4674106"/>
            <a:ext cx="3379615" cy="1661727"/>
          </a:xfrm>
        </p:spPr>
        <p:txBody>
          <a:bodyPr/>
          <a:lstStyle>
            <a:lvl1pPr>
              <a:defRPr sz="1599"/>
            </a:lvl1pPr>
            <a:lvl2pPr>
              <a:defRPr sz="1599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">
            <a:extLst>
              <a:ext uri="{FF2B5EF4-FFF2-40B4-BE49-F238E27FC236}">
                <a16:creationId xmlns:a16="http://schemas.microsoft.com/office/drawing/2014/main" id="{2C46C977-2EA4-DEF5-C489-EF3FDF0A85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"/>
            <a:ext cx="12192000" cy="4243993"/>
          </a:xfrm>
          <a:solidFill>
            <a:srgbClr val="C8C8C8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box">
            <a:extLst>
              <a:ext uri="{FF2B5EF4-FFF2-40B4-BE49-F238E27FC236}">
                <a16:creationId xmlns:a16="http://schemas.microsoft.com/office/drawing/2014/main" id="{5C5A909F-9699-1820-9A6A-5244CC2F08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4365" y="3844035"/>
            <a:ext cx="2424438" cy="2075970"/>
          </a:xfrm>
          <a:solidFill>
            <a:schemeClr val="bg2"/>
          </a:solidFill>
        </p:spPr>
        <p:txBody>
          <a:bodyPr lIns="182880" tIns="182880" rIns="182880" bIns="182880"/>
          <a:lstStyle>
            <a:lvl1pPr>
              <a:defRPr sz="1599"/>
            </a:lvl1pPr>
            <a:lvl2pPr>
              <a:defRPr sz="1599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A149DF95-0607-4D26-C992-DB6955BC4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0518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 left,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F4EC36E8-F26D-EC08-2A2E-0DEA01A2D3CD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en-US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en-US" dirty="0"/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AF9E7377-2309-E637-8ECB-9565C67C2980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Presentation title | Department | Date</a:t>
            </a:r>
            <a:endParaRPr lang="en-US" dirty="0"/>
          </a:p>
        </p:txBody>
      </p:sp>
      <p:sp>
        <p:nvSpPr>
          <p:cNvPr id="7" name="Picture">
            <a:extLst>
              <a:ext uri="{FF2B5EF4-FFF2-40B4-BE49-F238E27FC236}">
                <a16:creationId xmlns:a16="http://schemas.microsoft.com/office/drawing/2014/main" id="{C5314890-153A-D44C-FF78-BFCC730F3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1" y="0"/>
            <a:ext cx="6337174" cy="6335833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 box">
            <a:extLst>
              <a:ext uri="{FF2B5EF4-FFF2-40B4-BE49-F238E27FC236}">
                <a16:creationId xmlns:a16="http://schemas.microsoft.com/office/drawing/2014/main" id="{6C10329B-58CA-E262-45D0-5FDCBF0F1AB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20429" y="4258277"/>
            <a:ext cx="2424437" cy="2588994"/>
          </a:xfrm>
          <a:solidFill>
            <a:schemeClr val="bg2"/>
          </a:solidFill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">
            <a:extLst>
              <a:ext uri="{FF2B5EF4-FFF2-40B4-BE49-F238E27FC236}">
                <a16:creationId xmlns:a16="http://schemas.microsoft.com/office/drawing/2014/main" id="{A92CDA54-BC1D-1A06-0DB1-012D1E9A586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822696" y="1352999"/>
            <a:ext cx="4850462" cy="4982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238F530F-176E-83C8-BA96-BE0FF4B2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696" y="521087"/>
            <a:ext cx="4850399" cy="6856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6997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 right,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">
            <a:extLst>
              <a:ext uri="{FF2B5EF4-FFF2-40B4-BE49-F238E27FC236}">
                <a16:creationId xmlns:a16="http://schemas.microsoft.com/office/drawing/2014/main" id="{C5314890-153A-D44C-FF78-BFCC730F3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5854826" y="0"/>
            <a:ext cx="6337174" cy="6335833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 box">
            <a:extLst>
              <a:ext uri="{FF2B5EF4-FFF2-40B4-BE49-F238E27FC236}">
                <a16:creationId xmlns:a16="http://schemas.microsoft.com/office/drawing/2014/main" id="{6C10329B-58CA-E262-45D0-5FDCBF0F1AB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245548" y="4258277"/>
            <a:ext cx="2424437" cy="2599723"/>
          </a:xfrm>
          <a:solidFill>
            <a:schemeClr val="bg2"/>
          </a:solidFill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">
            <a:extLst>
              <a:ext uri="{FF2B5EF4-FFF2-40B4-BE49-F238E27FC236}">
                <a16:creationId xmlns:a16="http://schemas.microsoft.com/office/drawing/2014/main" id="{A92CDA54-BC1D-1A06-0DB1-012D1E9A586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18905" y="1352999"/>
            <a:ext cx="4850462" cy="4982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9E81058-88C9-1658-271F-0A0919EAC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05" y="521087"/>
            <a:ext cx="4848813" cy="6856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33084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7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85962BCB-F364-19E7-17AD-DFFAD586DA1E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en-US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en-US" dirty="0"/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D4E19119-4683-0CC5-BFF0-5E31A1895E94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Presentation title | Department | Date</a:t>
            </a:r>
            <a:endParaRPr lang="en-US" dirty="0"/>
          </a:p>
        </p:txBody>
      </p:sp>
      <p:sp>
        <p:nvSpPr>
          <p:cNvPr id="7" name="Picture 2">
            <a:extLst>
              <a:ext uri="{FF2B5EF4-FFF2-40B4-BE49-F238E27FC236}">
                <a16:creationId xmlns:a16="http://schemas.microsoft.com/office/drawing/2014/main" id="{1F463CF1-2407-0BC7-0A5F-50DED0570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7301843" y="3912726"/>
            <a:ext cx="4368557" cy="2422599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0" name="Content 5">
            <a:extLst>
              <a:ext uri="{FF2B5EF4-FFF2-40B4-BE49-F238E27FC236}">
                <a16:creationId xmlns:a16="http://schemas.microsoft.com/office/drawing/2014/main" id="{D78C492A-E873-3CA6-09BD-637921821866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040416" y="3912726"/>
            <a:ext cx="2111164" cy="2422599"/>
          </a:xfrm>
          <a:solidFill>
            <a:schemeClr val="tx2"/>
          </a:solidFill>
        </p:spPr>
        <p:txBody>
          <a:bodyPr lIns="146304" tIns="146304" rIns="146304" bIns="146304"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4">
            <a:extLst>
              <a:ext uri="{FF2B5EF4-FFF2-40B4-BE49-F238E27FC236}">
                <a16:creationId xmlns:a16="http://schemas.microsoft.com/office/drawing/2014/main" id="{C7C07BC1-434C-0BEA-C5A4-AF83DCEFE74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21595" y="3912726"/>
            <a:ext cx="4368557" cy="2422599"/>
          </a:xfrm>
          <a:solidFill>
            <a:schemeClr val="bg2"/>
          </a:solidFill>
        </p:spPr>
        <p:txBody>
          <a:bodyPr lIns="146304" tIns="146304" rIns="146304" bIns="146304"/>
          <a:lstStyle>
            <a:lvl1pPr>
              <a:defRPr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3">
            <a:extLst>
              <a:ext uri="{FF2B5EF4-FFF2-40B4-BE49-F238E27FC236}">
                <a16:creationId xmlns:a16="http://schemas.microsoft.com/office/drawing/2014/main" id="{85F131D8-0BB9-8F39-C102-E87F9D09611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560581" y="1352999"/>
            <a:ext cx="2111164" cy="2422599"/>
          </a:xfrm>
          <a:solidFill>
            <a:schemeClr val="bg2"/>
          </a:solidFill>
        </p:spPr>
        <p:txBody>
          <a:bodyPr lIns="146304" tIns="146304" rIns="146304" bIns="146304"/>
          <a:lstStyle>
            <a:lvl1pPr>
              <a:defRPr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2">
            <a:extLst>
              <a:ext uri="{FF2B5EF4-FFF2-40B4-BE49-F238E27FC236}">
                <a16:creationId xmlns:a16="http://schemas.microsoft.com/office/drawing/2014/main" id="{B8B0B45F-4BC5-DA04-48F7-1FFED55A878C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041761" y="1352999"/>
            <a:ext cx="4368557" cy="2422599"/>
          </a:xfrm>
          <a:solidFill>
            <a:schemeClr val="bg2"/>
          </a:solidFill>
        </p:spPr>
        <p:txBody>
          <a:bodyPr lIns="146304" tIns="146304" rIns="146304" bIns="146304"/>
          <a:lstStyle>
            <a:lvl1pPr>
              <a:defRPr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1">
            <a:extLst>
              <a:ext uri="{FF2B5EF4-FFF2-40B4-BE49-F238E27FC236}">
                <a16:creationId xmlns:a16="http://schemas.microsoft.com/office/drawing/2014/main" id="{346136B7-0372-E3DB-2205-4577B4E43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2780333" y="1352999"/>
            <a:ext cx="2111164" cy="2422599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Content 1">
            <a:extLst>
              <a:ext uri="{FF2B5EF4-FFF2-40B4-BE49-F238E27FC236}">
                <a16:creationId xmlns:a16="http://schemas.microsoft.com/office/drawing/2014/main" id="{B3B35058-6926-6434-3A29-F9FB74B363F4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20250" y="1352999"/>
            <a:ext cx="2111164" cy="2422599"/>
          </a:xfrm>
          <a:solidFill>
            <a:srgbClr val="FFFF40"/>
          </a:solidFill>
        </p:spPr>
        <p:txBody>
          <a:bodyPr lIns="146304" tIns="146304" rIns="146304" bIns="146304"/>
          <a:lstStyle>
            <a:lvl1pPr>
              <a:defRPr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B54671C8-927D-1A0E-4EDF-994DD699C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3607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1678">
          <p15:clr>
            <a:srgbClr val="5097AB"/>
          </p15:clr>
        </p15:guide>
        <p15:guide id="5" pos="1747">
          <p15:clr>
            <a:srgbClr val="5097AB"/>
          </p15:clr>
        </p15:guide>
        <p15:guide id="6" pos="3097">
          <p15:clr>
            <a:srgbClr val="5097AB"/>
          </p15:clr>
        </p15:guide>
        <p15:guide id="7" pos="3166">
          <p15:clr>
            <a:srgbClr val="5097AB"/>
          </p15:clr>
        </p15:guide>
        <p15:guide id="8" pos="4517">
          <p15:clr>
            <a:srgbClr val="5097AB"/>
          </p15:clr>
        </p15:guide>
        <p15:guide id="9" pos="4586">
          <p15:clr>
            <a:srgbClr val="5097AB"/>
          </p15:clr>
        </p15:guide>
        <p15:guide id="10" pos="5936">
          <p15:clr>
            <a:srgbClr val="5097AB"/>
          </p15:clr>
        </p15:guide>
        <p15:guide id="11" pos="6005">
          <p15:clr>
            <a:srgbClr val="5097AB"/>
          </p15:clr>
        </p15:guide>
        <p15:guide id="12" pos="7355">
          <p15:clr>
            <a:srgbClr val="5097AB"/>
          </p15:clr>
        </p15:guide>
        <p15:guide id="13" orient="horz">
          <p15:clr>
            <a:srgbClr val="5097AB"/>
          </p15:clr>
        </p15:guide>
        <p15:guide id="14" orient="horz" pos="4321">
          <p15:clr>
            <a:srgbClr val="5097AB"/>
          </p15:clr>
        </p15:guide>
        <p15:guide id="15" orient="horz" pos="852">
          <p15:clr>
            <a:srgbClr val="5097AB"/>
          </p15:clr>
        </p15:guide>
        <p15:guide id="16" orient="horz" pos="2388">
          <p15:clr>
            <a:srgbClr val="5097AB"/>
          </p15:clr>
        </p15:guide>
        <p15:guide id="17" orient="horz" pos="2457">
          <p15:clr>
            <a:srgbClr val="5097AB"/>
          </p15:clr>
        </p15:guide>
        <p15:guide id="18" orient="horz" pos="3992">
          <p15:clr>
            <a:srgbClr val="5097AB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B62AB248-6339-F445-6F90-72F7EDEE982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en-US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en-US" dirty="0"/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FDC7C502-24A6-E4EC-1410-40D00547F1A4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Presentation title | Department | Date</a:t>
            </a:r>
            <a:endParaRPr lang="en-US" dirty="0"/>
          </a:p>
        </p:txBody>
      </p:sp>
      <p:sp>
        <p:nvSpPr>
          <p:cNvPr id="7" name="Picture">
            <a:extLst>
              <a:ext uri="{FF2B5EF4-FFF2-40B4-BE49-F238E27FC236}">
                <a16:creationId xmlns:a16="http://schemas.microsoft.com/office/drawing/2014/main" id="{1F463CF1-2407-0BC7-0A5F-50DED0570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5040416" y="1352999"/>
            <a:ext cx="6629984" cy="4982326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marR="0" indent="0" algn="ctr" defTabSz="10887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" name="Content 3">
            <a:extLst>
              <a:ext uri="{FF2B5EF4-FFF2-40B4-BE49-F238E27FC236}">
                <a16:creationId xmlns:a16="http://schemas.microsoft.com/office/drawing/2014/main" id="{C7C07BC1-434C-0BEA-C5A4-AF83DCEFE741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21595" y="3912726"/>
            <a:ext cx="4368557" cy="2422599"/>
          </a:xfrm>
          <a:solidFill>
            <a:schemeClr val="bg2"/>
          </a:solidFill>
        </p:spPr>
        <p:txBody>
          <a:bodyPr lIns="146304" tIns="146304" rIns="146304" bIns="146304"/>
          <a:lstStyle>
            <a:lvl1pPr>
              <a:defRPr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2">
            <a:extLst>
              <a:ext uri="{FF2B5EF4-FFF2-40B4-BE49-F238E27FC236}">
                <a16:creationId xmlns:a16="http://schemas.microsoft.com/office/drawing/2014/main" id="{86F41D67-49D4-DC09-5CA3-BDAE5D4C6D6E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2780333" y="1352999"/>
            <a:ext cx="2111164" cy="2422599"/>
          </a:xfrm>
          <a:solidFill>
            <a:schemeClr val="accent1"/>
          </a:solidFill>
        </p:spPr>
        <p:txBody>
          <a:bodyPr lIns="146304" tIns="146304" rIns="146304" bIns="146304"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1">
            <a:extLst>
              <a:ext uri="{FF2B5EF4-FFF2-40B4-BE49-F238E27FC236}">
                <a16:creationId xmlns:a16="http://schemas.microsoft.com/office/drawing/2014/main" id="{B3B35058-6926-6434-3A29-F9FB74B363F4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20250" y="1352999"/>
            <a:ext cx="2111164" cy="2422599"/>
          </a:xfrm>
          <a:solidFill>
            <a:schemeClr val="bg2"/>
          </a:solidFill>
        </p:spPr>
        <p:txBody>
          <a:bodyPr lIns="146304" tIns="146304" rIns="146304" bIns="146304"/>
          <a:lstStyle>
            <a:lvl1pPr>
              <a:defRPr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A71A4B97-B6A6-9E50-2EEA-4453D4126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3402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1678">
          <p15:clr>
            <a:srgbClr val="5097AB"/>
          </p15:clr>
        </p15:guide>
        <p15:guide id="5" pos="1747">
          <p15:clr>
            <a:srgbClr val="5097AB"/>
          </p15:clr>
        </p15:guide>
        <p15:guide id="6" pos="3097">
          <p15:clr>
            <a:srgbClr val="5097AB"/>
          </p15:clr>
        </p15:guide>
        <p15:guide id="7" pos="3166">
          <p15:clr>
            <a:srgbClr val="5097AB"/>
          </p15:clr>
        </p15:guide>
        <p15:guide id="8" pos="4517">
          <p15:clr>
            <a:srgbClr val="5097AB"/>
          </p15:clr>
        </p15:guide>
        <p15:guide id="9" pos="4586">
          <p15:clr>
            <a:srgbClr val="5097AB"/>
          </p15:clr>
        </p15:guide>
        <p15:guide id="10" pos="5936">
          <p15:clr>
            <a:srgbClr val="5097AB"/>
          </p15:clr>
        </p15:guide>
        <p15:guide id="11" pos="6005">
          <p15:clr>
            <a:srgbClr val="5097AB"/>
          </p15:clr>
        </p15:guide>
        <p15:guide id="12" pos="7355">
          <p15:clr>
            <a:srgbClr val="5097AB"/>
          </p15:clr>
        </p15:guide>
        <p15:guide id="13" orient="horz">
          <p15:clr>
            <a:srgbClr val="5097AB"/>
          </p15:clr>
        </p15:guide>
        <p15:guide id="14" orient="horz" pos="4321">
          <p15:clr>
            <a:srgbClr val="5097AB"/>
          </p15:clr>
        </p15:guide>
        <p15:guide id="15" orient="horz" pos="852">
          <p15:clr>
            <a:srgbClr val="5097AB"/>
          </p15:clr>
        </p15:guide>
        <p15:guide id="16" orient="horz" pos="2388">
          <p15:clr>
            <a:srgbClr val="5097AB"/>
          </p15:clr>
        </p15:guide>
        <p15:guide id="17" orient="horz" pos="2457">
          <p15:clr>
            <a:srgbClr val="5097AB"/>
          </p15:clr>
        </p15:guide>
        <p15:guide id="18" orient="horz" pos="3992">
          <p15:clr>
            <a:srgbClr val="5097AB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B21D8D0F-08FF-EBC3-3E2C-A3C3BD5EFE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en-US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0A346CA-24B3-4426-9772-01E6C5DA2F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Presentation title | Department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631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328">
          <p15:clr>
            <a:srgbClr val="5097AB"/>
          </p15:clr>
        </p15:guide>
        <p15:guide id="4" pos="633">
          <p15:clr>
            <a:srgbClr val="5097AB"/>
          </p15:clr>
        </p15:guide>
        <p15:guide id="5" pos="939">
          <p15:clr>
            <a:srgbClr val="5097AB"/>
          </p15:clr>
        </p15:guide>
        <p15:guide id="6" pos="1244">
          <p15:clr>
            <a:srgbClr val="5097AB"/>
          </p15:clr>
        </p15:guide>
        <p15:guide id="7" pos="1550">
          <p15:clr>
            <a:srgbClr val="5097AB"/>
          </p15:clr>
        </p15:guide>
        <p15:guide id="8" pos="1856">
          <p15:clr>
            <a:srgbClr val="5097AB"/>
          </p15:clr>
        </p15:guide>
        <p15:guide id="9" pos="2161">
          <p15:clr>
            <a:srgbClr val="5097AB"/>
          </p15:clr>
        </p15:guide>
        <p15:guide id="10" pos="2467">
          <p15:clr>
            <a:srgbClr val="5097AB"/>
          </p15:clr>
        </p15:guide>
        <p15:guide id="11" pos="2772">
          <p15:clr>
            <a:srgbClr val="5097AB"/>
          </p15:clr>
        </p15:guide>
        <p15:guide id="12" pos="3078">
          <p15:clr>
            <a:srgbClr val="5097AB"/>
          </p15:clr>
        </p15:guide>
        <p15:guide id="13" pos="3383">
          <p15:clr>
            <a:srgbClr val="5097AB"/>
          </p15:clr>
        </p15:guide>
        <p15:guide id="14" pos="3689">
          <p15:clr>
            <a:srgbClr val="5097AB"/>
          </p15:clr>
        </p15:guide>
        <p15:guide id="15" pos="3994">
          <p15:clr>
            <a:srgbClr val="5097AB"/>
          </p15:clr>
        </p15:guide>
        <p15:guide id="16" pos="4300">
          <p15:clr>
            <a:srgbClr val="5097AB"/>
          </p15:clr>
        </p15:guide>
        <p15:guide id="17" pos="4605">
          <p15:clr>
            <a:srgbClr val="5097AB"/>
          </p15:clr>
        </p15:guide>
        <p15:guide id="18" pos="4911">
          <p15:clr>
            <a:srgbClr val="5097AB"/>
          </p15:clr>
        </p15:guide>
        <p15:guide id="19" pos="5216">
          <p15:clr>
            <a:srgbClr val="5097AB"/>
          </p15:clr>
        </p15:guide>
        <p15:guide id="20" pos="5522">
          <p15:clr>
            <a:srgbClr val="5097AB"/>
          </p15:clr>
        </p15:guide>
        <p15:guide id="21" pos="5827">
          <p15:clr>
            <a:srgbClr val="5097AB"/>
          </p15:clr>
        </p15:guide>
        <p15:guide id="22" pos="6133">
          <p15:clr>
            <a:srgbClr val="5097AB"/>
          </p15:clr>
        </p15:guide>
        <p15:guide id="23" pos="6439">
          <p15:clr>
            <a:srgbClr val="5097AB"/>
          </p15:clr>
        </p15:guide>
        <p15:guide id="24" pos="6744">
          <p15:clr>
            <a:srgbClr val="5097AB"/>
          </p15:clr>
        </p15:guide>
        <p15:guide id="25" pos="7050">
          <p15:clr>
            <a:srgbClr val="5097AB"/>
          </p15:clr>
        </p15:guide>
        <p15:guide id="26" pos="7355">
          <p15:clr>
            <a:srgbClr val="5097AB"/>
          </p15:clr>
        </p15:guide>
        <p15:guide id="27" orient="horz">
          <p15:clr>
            <a:srgbClr val="5097AB"/>
          </p15:clr>
        </p15:guide>
        <p15:guide id="28" orient="horz" pos="4321">
          <p15:clr>
            <a:srgbClr val="5097AB"/>
          </p15:clr>
        </p15:guide>
        <p15:guide id="29" orient="horz" pos="328">
          <p15:clr>
            <a:srgbClr val="5097AB"/>
          </p15:clr>
        </p15:guide>
        <p15:guide id="30" orient="horz" pos="590">
          <p15:clr>
            <a:srgbClr val="5097AB"/>
          </p15:clr>
        </p15:guide>
        <p15:guide id="31" orient="horz" pos="851">
          <p15:clr>
            <a:srgbClr val="5097AB"/>
          </p15:clr>
        </p15:guide>
        <p15:guide id="32" orient="horz" pos="1113">
          <p15:clr>
            <a:srgbClr val="5097AB"/>
          </p15:clr>
        </p15:guide>
        <p15:guide id="33" orient="horz" pos="1375">
          <p15:clr>
            <a:srgbClr val="5097AB"/>
          </p15:clr>
        </p15:guide>
        <p15:guide id="34" orient="horz" pos="1637">
          <p15:clr>
            <a:srgbClr val="5097AB"/>
          </p15:clr>
        </p15:guide>
        <p15:guide id="35" orient="horz" pos="1898">
          <p15:clr>
            <a:srgbClr val="5097AB"/>
          </p15:clr>
        </p15:guide>
        <p15:guide id="36" orient="horz" pos="2160">
          <p15:clr>
            <a:srgbClr val="5097AB"/>
          </p15:clr>
        </p15:guide>
        <p15:guide id="37" orient="horz" pos="2422">
          <p15:clr>
            <a:srgbClr val="5097AB"/>
          </p15:clr>
        </p15:guide>
        <p15:guide id="38" orient="horz" pos="2683">
          <p15:clr>
            <a:srgbClr val="5097AB"/>
          </p15:clr>
        </p15:guide>
        <p15:guide id="39" orient="horz" pos="2945">
          <p15:clr>
            <a:srgbClr val="5097AB"/>
          </p15:clr>
        </p15:guide>
        <p15:guide id="40" orient="horz" pos="3207">
          <p15:clr>
            <a:srgbClr val="5097AB"/>
          </p15:clr>
        </p15:guide>
        <p15:guide id="41" orient="horz" pos="3469">
          <p15:clr>
            <a:srgbClr val="5097AB"/>
          </p15:clr>
        </p15:guide>
        <p15:guide id="42" orient="horz" pos="3730">
          <p15:clr>
            <a:srgbClr val="5097AB"/>
          </p15:clr>
        </p15:guide>
        <p15:guide id="43" orient="horz" pos="3992">
          <p15:clr>
            <a:srgbClr val="5097AB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>
            <a:extLst>
              <a:ext uri="{FF2B5EF4-FFF2-40B4-BE49-F238E27FC236}">
                <a16:creationId xmlns:a16="http://schemas.microsoft.com/office/drawing/2014/main" id="{0B34A0DA-135E-4537-A004-F8B5BF8D6515}"/>
              </a:ext>
            </a:extLst>
          </p:cNvPr>
          <p:cNvSpPr/>
          <p:nvPr userDrawn="1"/>
        </p:nvSpPr>
        <p:spPr>
          <a:xfrm>
            <a:off x="0" y="1714104"/>
            <a:ext cx="12192000" cy="51438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63" tIns="71963" rIns="71963" bIns="71963" rtlCol="0" anchor="ctr"/>
          <a:lstStyle/>
          <a:p>
            <a:pPr algn="ctr"/>
            <a:endParaRPr lang="en-US" sz="1999" dirty="0">
              <a:latin typeface="Daimler CS" pitchFamily="2" charset="0"/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015471" y="2856838"/>
            <a:ext cx="10159472" cy="16776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108874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defRPr lang="de-DE" baseline="0">
                <a:latin typeface="+mj-lt"/>
              </a:defRPr>
            </a:lvl1pPr>
          </a:lstStyle>
          <a:p>
            <a:pPr marL="0" lvl="0" indent="0" algn="l" defTabSz="108874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noProof="0"/>
              <a:t>Click to edit Master title style</a:t>
            </a:r>
            <a:endParaRPr lang="en-US" dirty="0"/>
          </a:p>
        </p:txBody>
      </p:sp>
      <p:pic>
        <p:nvPicPr>
          <p:cNvPr id="3" name="Logotype Daimler Truck">
            <a:extLst>
              <a:ext uri="{FF2B5EF4-FFF2-40B4-BE49-F238E27FC236}">
                <a16:creationId xmlns:a16="http://schemas.microsoft.com/office/drawing/2014/main" id="{64A84324-3171-7215-A145-8817B369BD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435" y="669899"/>
            <a:ext cx="4933031" cy="37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899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5097AB"/>
          </p15:clr>
        </p15:guide>
        <p15:guide id="2" pos="7684">
          <p15:clr>
            <a:srgbClr val="5097AB"/>
          </p15:clr>
        </p15:guide>
        <p15:guide id="3" pos="640">
          <p15:clr>
            <a:srgbClr val="5097AB"/>
          </p15:clr>
        </p15:guide>
        <p15:guide id="4" pos="1280">
          <p15:clr>
            <a:srgbClr val="5097AB"/>
          </p15:clr>
        </p15:guide>
        <p15:guide id="5" pos="1921">
          <p15:clr>
            <a:srgbClr val="5097AB"/>
          </p15:clr>
        </p15:guide>
        <p15:guide id="6" pos="2561">
          <p15:clr>
            <a:srgbClr val="5097AB"/>
          </p15:clr>
        </p15:guide>
        <p15:guide id="7" pos="3201">
          <p15:clr>
            <a:srgbClr val="5097AB"/>
          </p15:clr>
        </p15:guide>
        <p15:guide id="8" pos="3842">
          <p15:clr>
            <a:srgbClr val="5097AB"/>
          </p15:clr>
        </p15:guide>
        <p15:guide id="9" pos="4482">
          <p15:clr>
            <a:srgbClr val="5097AB"/>
          </p15:clr>
        </p15:guide>
        <p15:guide id="10" pos="5122">
          <p15:clr>
            <a:srgbClr val="5097AB"/>
          </p15:clr>
        </p15:guide>
        <p15:guide id="11" pos="5763">
          <p15:clr>
            <a:srgbClr val="5097AB"/>
          </p15:clr>
        </p15:guide>
        <p15:guide id="12" pos="6403">
          <p15:clr>
            <a:srgbClr val="5097AB"/>
          </p15:clr>
        </p15:guide>
        <p15:guide id="13" pos="7043">
          <p15:clr>
            <a:srgbClr val="5097AB"/>
          </p15:clr>
        </p15:guide>
        <p15:guide id="14" orient="horz">
          <p15:clr>
            <a:srgbClr val="5097AB"/>
          </p15:clr>
        </p15:guide>
        <p15:guide id="15" orient="horz" pos="4321">
          <p15:clr>
            <a:srgbClr val="5097AB"/>
          </p15:clr>
        </p15:guide>
        <p15:guide id="16" orient="horz" pos="360">
          <p15:clr>
            <a:srgbClr val="5097AB"/>
          </p15:clr>
        </p15:guide>
        <p15:guide id="17" orient="horz" pos="720">
          <p15:clr>
            <a:srgbClr val="5097AB"/>
          </p15:clr>
        </p15:guide>
        <p15:guide id="18" orient="horz" pos="1080">
          <p15:clr>
            <a:srgbClr val="5097AB"/>
          </p15:clr>
        </p15:guide>
        <p15:guide id="19" orient="horz" pos="1440">
          <p15:clr>
            <a:srgbClr val="5097AB"/>
          </p15:clr>
        </p15:guide>
        <p15:guide id="20" orient="horz" pos="1800">
          <p15:clr>
            <a:srgbClr val="5097AB"/>
          </p15:clr>
        </p15:guide>
        <p15:guide id="21" orient="horz" pos="2160">
          <p15:clr>
            <a:srgbClr val="5097AB"/>
          </p15:clr>
        </p15:guide>
        <p15:guide id="22" orient="horz" pos="2520">
          <p15:clr>
            <a:srgbClr val="5097AB"/>
          </p15:clr>
        </p15:guide>
        <p15:guide id="23" orient="horz" pos="2880">
          <p15:clr>
            <a:srgbClr val="5097AB"/>
          </p15:clr>
        </p15:guide>
        <p15:guide id="24" orient="horz" pos="3240">
          <p15:clr>
            <a:srgbClr val="5097AB"/>
          </p15:clr>
        </p15:guide>
        <p15:guide id="25" orient="horz" pos="3600">
          <p15:clr>
            <a:srgbClr val="5097AB"/>
          </p15:clr>
        </p15:guide>
        <p15:guide id="26" orient="horz" pos="3960">
          <p15:clr>
            <a:srgbClr val="5097AB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>
            <a:extLst>
              <a:ext uri="{FF2B5EF4-FFF2-40B4-BE49-F238E27FC236}">
                <a16:creationId xmlns:a16="http://schemas.microsoft.com/office/drawing/2014/main" id="{93E02DD4-7BC8-A56D-9340-D008062FD995}"/>
              </a:ext>
            </a:extLst>
          </p:cNvPr>
          <p:cNvSpPr txBox="1"/>
          <p:nvPr userDrawn="1"/>
        </p:nvSpPr>
        <p:spPr>
          <a:xfrm>
            <a:off x="-166725" y="6858000"/>
            <a:ext cx="166725" cy="1907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US" sz="1999" baseline="0" dirty="0" err="1">
              <a:latin typeface="Daimler CS" pitchFamily="2" charset="0"/>
            </a:endParaRPr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4"/>
          </p:nvPr>
        </p:nvSpPr>
        <p:spPr>
          <a:xfrm>
            <a:off x="11349096" y="6490738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fld id="{52531704-8F80-415D-BD2B-6B9991AE822F}" type="slidenum">
              <a:rPr lang="en-US" smtClean="0"/>
              <a:pPr defTabSz="914454">
                <a:lnSpc>
                  <a:spcPct val="108000"/>
                </a:lnSpc>
                <a:spcAft>
                  <a:spcPts val="1007"/>
                </a:spcAft>
              </a:pPr>
              <a:t>‹#›</a:t>
            </a:fld>
            <a:endParaRPr lang="en-US" dirty="0"/>
          </a:p>
        </p:txBody>
      </p:sp>
      <p:sp>
        <p:nvSpPr>
          <p:cNvPr id="8" name="Footer"/>
          <p:cNvSpPr>
            <a:spLocks noGrp="1"/>
          </p:cNvSpPr>
          <p:nvPr>
            <p:ph type="ftr" sz="quarter" idx="3"/>
          </p:nvPr>
        </p:nvSpPr>
        <p:spPr>
          <a:xfrm>
            <a:off x="3122261" y="6490738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lang="de-DE" sz="999" b="0" i="0" smtClean="0">
                <a:latin typeface="+mn-lt"/>
              </a:defRPr>
            </a:lvl1pPr>
          </a:lstStyle>
          <a:p>
            <a:pPr defTabSz="914454">
              <a:lnSpc>
                <a:spcPct val="108000"/>
              </a:lnSpc>
              <a:spcAft>
                <a:spcPts val="1007"/>
              </a:spcAft>
            </a:pPr>
            <a:r>
              <a:rPr lang="en-US"/>
              <a:t>Presentation title | Department | Date</a:t>
            </a:r>
            <a:endParaRPr lang="en-US" dirty="0"/>
          </a:p>
        </p:txBody>
      </p:sp>
      <p:sp>
        <p:nvSpPr>
          <p:cNvPr id="15" name="Word mark Daimler Truck">
            <a:extLst>
              <a:ext uri="{FF2B5EF4-FFF2-40B4-BE49-F238E27FC236}">
                <a16:creationId xmlns:a16="http://schemas.microsoft.com/office/drawing/2014/main" id="{4743B201-ABC5-B340-99A6-2AE6FBC86FF9}"/>
              </a:ext>
            </a:extLst>
          </p:cNvPr>
          <p:cNvSpPr txBox="1">
            <a:spLocks/>
          </p:cNvSpPr>
          <p:nvPr userDrawn="1"/>
        </p:nvSpPr>
        <p:spPr>
          <a:xfrm>
            <a:off x="509280" y="6490738"/>
            <a:ext cx="169111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de-DE"/>
            </a:defPPr>
            <a:lvl1pPr marL="0" algn="r" defTabSz="1088959" rtl="0" eaLnBrk="1" latinLnBrk="0" hangingPunct="1">
              <a:defRPr lang="de-DE" sz="1000" b="0" i="0" kern="1200" smtClean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defRPr>
            </a:lvl1pPr>
            <a:lvl2pPr marL="54447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959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43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7918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239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877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135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836" algn="l" defTabSz="108895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54">
              <a:lnSpc>
                <a:spcPct val="108000"/>
              </a:lnSpc>
              <a:spcAft>
                <a:spcPts val="1007"/>
              </a:spcAft>
              <a:buFont typeface="+mj-lt"/>
              <a:buNone/>
            </a:pPr>
            <a:r>
              <a:rPr lang="en-US" sz="999" b="0" i="0" kern="1200" dirty="0">
                <a:solidFill>
                  <a:schemeClr val="tx1"/>
                </a:solidFill>
                <a:latin typeface="Daimler CS" pitchFamily="2" charset="0"/>
                <a:ea typeface="+mn-ea"/>
                <a:cs typeface="+mn-cs"/>
              </a:rPr>
              <a:t>Daimler Truck</a:t>
            </a:r>
          </a:p>
        </p:txBody>
      </p:sp>
      <p:sp>
        <p:nvSpPr>
          <p:cNvPr id="13" name="Content">
            <a:extLst>
              <a:ext uri="{FF2B5EF4-FFF2-40B4-BE49-F238E27FC236}">
                <a16:creationId xmlns:a16="http://schemas.microsoft.com/office/drawing/2014/main" id="{30225EF0-95AE-1445-9091-215705311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905" y="1350650"/>
            <a:ext cx="11154191" cy="49851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518905" y="521087"/>
            <a:ext cx="11154191" cy="6856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76518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</p:sldLayoutIdLst>
  <p:hf hdr="0" dt="0"/>
  <p:txStyles>
    <p:titleStyle>
      <a:lvl1pPr algn="l" defTabSz="914217" rtl="0" eaLnBrk="1" latinLnBrk="0" hangingPunct="1">
        <a:lnSpc>
          <a:spcPct val="80000"/>
        </a:lnSpc>
        <a:spcBef>
          <a:spcPct val="0"/>
        </a:spcBef>
        <a:buNone/>
        <a:defRPr lang="de-DE" sz="2999" b="0" i="0" kern="1200" baseline="0" noProof="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217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Wingdings" panose="05000000000000000000" pitchFamily="2" charset="2"/>
        <a:buNone/>
        <a:defRPr lang="de-DE" sz="2000" b="0" i="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23838" indent="-331034" algn="l" defTabSz="914217" rtl="0" eaLnBrk="1" latinLnBrk="0" hangingPunct="1">
        <a:lnSpc>
          <a:spcPct val="120000"/>
        </a:lnSpc>
        <a:spcBef>
          <a:spcPts val="0"/>
        </a:spcBef>
        <a:buSzPct val="120000"/>
        <a:buFont typeface="Wingdings" panose="05000000000000000000" pitchFamily="2" charset="2"/>
        <a:buChar char="§"/>
        <a:defRPr lang="de-DE" sz="20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3748" indent="-161919" algn="l" defTabSz="914217" rtl="0" eaLnBrk="1" latinLnBrk="0" hangingPunct="1">
        <a:lnSpc>
          <a:spcPct val="120000"/>
        </a:lnSpc>
        <a:spcBef>
          <a:spcPts val="0"/>
        </a:spcBef>
        <a:buFont typeface="Symbol" panose="05050102010706020507" pitchFamily="18" charset="2"/>
        <a:buChar char="-"/>
        <a:defRPr lang="de-DE" sz="1599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0060" indent="-161919" algn="l" defTabSz="914217" rtl="0" eaLnBrk="1" latinLnBrk="0" hangingPunct="1">
        <a:lnSpc>
          <a:spcPct val="120000"/>
        </a:lnSpc>
        <a:spcBef>
          <a:spcPts val="0"/>
        </a:spcBef>
        <a:buFont typeface="Symbol" panose="05050102010706020507" pitchFamily="18" charset="2"/>
        <a:buChar char="-"/>
        <a:defRPr lang="de-DE" sz="1599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838381" indent="-161919" algn="l" defTabSz="914217" rtl="0" eaLnBrk="1" latinLnBrk="0" hangingPunct="1">
        <a:lnSpc>
          <a:spcPct val="120000"/>
        </a:lnSpc>
        <a:spcBef>
          <a:spcPts val="0"/>
        </a:spcBef>
        <a:buFont typeface="Symbol" panose="05050102010706020507" pitchFamily="18" charset="2"/>
        <a:buChar char="-"/>
        <a:defRPr lang="de-DE" sz="1599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899550" indent="-179910" algn="l" defTabSz="914217" rtl="0" eaLnBrk="1" latinLnBrk="0" hangingPunct="1">
        <a:lnSpc>
          <a:spcPct val="120000"/>
        </a:lnSpc>
        <a:spcBef>
          <a:spcPts val="0"/>
        </a:spcBef>
        <a:buFont typeface="Symbol" panose="05050102010706020507" pitchFamily="18" charset="2"/>
        <a:buChar char="-"/>
        <a:defRPr sz="1599" kern="1200">
          <a:solidFill>
            <a:schemeClr val="tx1"/>
          </a:solidFill>
          <a:latin typeface="+mn-lt"/>
          <a:ea typeface="+mn-ea"/>
          <a:cs typeface="+mn-cs"/>
        </a:defRPr>
      </a:lvl6pPr>
      <a:lvl7pPr marL="718778" indent="-179298" algn="l" defTabSz="914217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–"/>
        <a:defRPr sz="1599" kern="1200">
          <a:solidFill>
            <a:schemeClr val="tx1"/>
          </a:solidFill>
          <a:latin typeface="Daimler CS" pitchFamily="2" charset="0"/>
          <a:ea typeface="+mn-ea"/>
          <a:cs typeface="+mn-cs"/>
        </a:defRPr>
      </a:lvl7pPr>
      <a:lvl8pPr marL="719856" indent="-179964" algn="l" defTabSz="914217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–"/>
        <a:defRPr sz="1599" kern="1200">
          <a:solidFill>
            <a:schemeClr val="tx1"/>
          </a:solidFill>
          <a:latin typeface="Daimler CS" pitchFamily="2" charset="0"/>
          <a:ea typeface="+mn-ea"/>
          <a:cs typeface="+mn-cs"/>
        </a:defRPr>
      </a:lvl8pPr>
      <a:lvl9pPr marL="719856" indent="-179964" algn="l" defTabSz="914217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–"/>
        <a:defRPr sz="1599" kern="1200">
          <a:solidFill>
            <a:schemeClr val="tx1"/>
          </a:solidFill>
          <a:latin typeface="Daimler CS" pitchFamily="2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5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5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line">
            <a:extLst>
              <a:ext uri="{FF2B5EF4-FFF2-40B4-BE49-F238E27FC236}">
                <a16:creationId xmlns:a16="http://schemas.microsoft.com/office/drawing/2014/main" id="{01571022-E752-E175-A759-75A19D91BB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By: Joseph Marsh</a:t>
            </a:r>
          </a:p>
          <a:p>
            <a:pPr algn="ctr"/>
            <a:r>
              <a:rPr lang="en-US" dirty="0"/>
              <a:t>Team: Advanced Vehicle Systems</a:t>
            </a:r>
          </a:p>
          <a:p>
            <a:pPr algn="ctr"/>
            <a:r>
              <a:rPr lang="en-US" dirty="0"/>
              <a:t>Internship: 03/31/2025 – 09/05/2025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D60B652-A3EA-6BB5-4FE1-FF4D8C70F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2025 2</a:t>
            </a:r>
            <a:r>
              <a:rPr lang="en-US" baseline="30000" dirty="0"/>
              <a:t>ND</a:t>
            </a:r>
            <a:r>
              <a:rPr lang="en-US" dirty="0"/>
              <a:t> MECOP Mechanical Engineering Internship</a:t>
            </a:r>
          </a:p>
        </p:txBody>
      </p:sp>
    </p:spTree>
    <p:extLst>
      <p:ext uri="{BB962C8B-B14F-4D97-AF65-F5344CB8AC3E}">
        <p14:creationId xmlns:p14="http://schemas.microsoft.com/office/powerpoint/2010/main" val="3015585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2921-605D-7D27-9E9D-4D32CE398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22B712-837F-ED09-6F41-40C18F04A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518" y="1756187"/>
            <a:ext cx="2101064" cy="476864"/>
          </a:xfrm>
        </p:spPr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C367E44-385E-6A4D-FCA9-1588AFA95DE8}"/>
              </a:ext>
            </a:extLst>
          </p:cNvPr>
          <p:cNvSpPr/>
          <p:nvPr/>
        </p:nvSpPr>
        <p:spPr>
          <a:xfrm>
            <a:off x="7000569" y="5766124"/>
            <a:ext cx="3682181" cy="953729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b="1" dirty="0">
                <a:latin typeface="Daimler CS" pitchFamily="2" charset="0"/>
              </a:rPr>
              <a:t>Intern</a:t>
            </a:r>
          </a:p>
          <a:p>
            <a:pPr algn="ctr"/>
            <a:r>
              <a:rPr lang="en-US" sz="2000" dirty="0">
                <a:latin typeface="Daimler CS" pitchFamily="2" charset="0"/>
              </a:rPr>
              <a:t>Joseph Marsh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81543F-9473-C752-0771-D6AB08963F3A}"/>
              </a:ext>
            </a:extLst>
          </p:cNvPr>
          <p:cNvSpPr/>
          <p:nvPr/>
        </p:nvSpPr>
        <p:spPr>
          <a:xfrm>
            <a:off x="7000569" y="4532176"/>
            <a:ext cx="3682181" cy="953729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b="1" dirty="0">
                <a:latin typeface="Daimler CS" pitchFamily="2" charset="0"/>
              </a:rPr>
              <a:t>Mentor</a:t>
            </a:r>
          </a:p>
          <a:p>
            <a:pPr algn="ctr"/>
            <a:r>
              <a:rPr lang="en-US" sz="2000" dirty="0">
                <a:latin typeface="Daimler CS" pitchFamily="2" charset="0"/>
              </a:rPr>
              <a:t>Thomas Reed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E34EB9F-DC8A-55EC-AFF8-4CECE5818727}"/>
              </a:ext>
            </a:extLst>
          </p:cNvPr>
          <p:cNvSpPr/>
          <p:nvPr/>
        </p:nvSpPr>
        <p:spPr>
          <a:xfrm>
            <a:off x="7000569" y="3334264"/>
            <a:ext cx="3682182" cy="953729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b="1" dirty="0">
                <a:latin typeface="Daimler CS" pitchFamily="2" charset="0"/>
              </a:rPr>
              <a:t>Team Manager</a:t>
            </a:r>
          </a:p>
          <a:p>
            <a:pPr algn="ctr"/>
            <a:r>
              <a:rPr lang="en-US" sz="2000" dirty="0">
                <a:latin typeface="Daimler CS" pitchFamily="2" charset="0"/>
              </a:rPr>
              <a:t>Darek Villeneuve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07ACBD6-7B2E-EEC6-3BF5-38D65096F4C0}"/>
              </a:ext>
            </a:extLst>
          </p:cNvPr>
          <p:cNvSpPr/>
          <p:nvPr/>
        </p:nvSpPr>
        <p:spPr>
          <a:xfrm>
            <a:off x="7000569" y="2100316"/>
            <a:ext cx="3682182" cy="953729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b="1" dirty="0">
                <a:latin typeface="Daimler CS" pitchFamily="2" charset="0"/>
              </a:rPr>
              <a:t>Advanced Engineering Director</a:t>
            </a:r>
          </a:p>
          <a:p>
            <a:pPr algn="ctr"/>
            <a:r>
              <a:rPr lang="en-US" sz="2000" dirty="0">
                <a:latin typeface="Daimler CS" pitchFamily="2" charset="0"/>
              </a:rPr>
              <a:t>Derek Rotz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A8EF25-368F-44FC-E2C4-26A5437A4E6D}"/>
              </a:ext>
            </a:extLst>
          </p:cNvPr>
          <p:cNvCxnSpPr>
            <a:cxnSpLocks/>
            <a:stCxn id="6" idx="0"/>
            <a:endCxn id="8" idx="2"/>
          </p:cNvCxnSpPr>
          <p:nvPr/>
        </p:nvCxnSpPr>
        <p:spPr>
          <a:xfrm flipV="1">
            <a:off x="8841660" y="5485905"/>
            <a:ext cx="0" cy="28021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6DDD800-F7D5-E333-BE9E-A9AEE78E477D}"/>
              </a:ext>
            </a:extLst>
          </p:cNvPr>
          <p:cNvCxnSpPr>
            <a:cxnSpLocks/>
          </p:cNvCxnSpPr>
          <p:nvPr/>
        </p:nvCxnSpPr>
        <p:spPr>
          <a:xfrm flipV="1">
            <a:off x="8790043" y="4251957"/>
            <a:ext cx="0" cy="28021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C1816EF-EB90-34B8-0CB4-5F040011CC83}"/>
              </a:ext>
            </a:extLst>
          </p:cNvPr>
          <p:cNvCxnSpPr>
            <a:cxnSpLocks/>
          </p:cNvCxnSpPr>
          <p:nvPr/>
        </p:nvCxnSpPr>
        <p:spPr>
          <a:xfrm flipV="1">
            <a:off x="8787587" y="3053986"/>
            <a:ext cx="0" cy="28021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person in a black shirt&#10;&#10;AI-generated content may be incorrect.">
            <a:extLst>
              <a:ext uri="{FF2B5EF4-FFF2-40B4-BE49-F238E27FC236}">
                <a16:creationId xmlns:a16="http://schemas.microsoft.com/office/drawing/2014/main" id="{100118A7-EE63-FC38-990E-673C91916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69" t="18065" r="11527"/>
          <a:stretch>
            <a:fillRect/>
          </a:stretch>
        </p:blipFill>
        <p:spPr>
          <a:xfrm>
            <a:off x="4322200" y="2023839"/>
            <a:ext cx="1411336" cy="2228118"/>
          </a:xfrm>
          <a:prstGeom prst="rect">
            <a:avLst/>
          </a:prstGeom>
        </p:spPr>
      </p:pic>
      <p:pic>
        <p:nvPicPr>
          <p:cNvPr id="9" name="Picture 8" descr="A person and person kissing in a garden&#10;&#10;AI-generated content may be incorrect.">
            <a:extLst>
              <a:ext uri="{FF2B5EF4-FFF2-40B4-BE49-F238E27FC236}">
                <a16:creationId xmlns:a16="http://schemas.microsoft.com/office/drawing/2014/main" id="{50AF2C76-3ACB-D3B9-E534-E2B94C52AE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46" r="23607" b="15621"/>
          <a:stretch>
            <a:fillRect/>
          </a:stretch>
        </p:blipFill>
        <p:spPr>
          <a:xfrm>
            <a:off x="3705111" y="4491735"/>
            <a:ext cx="1976807" cy="2228118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CE9488D-2FCD-5B46-1201-CE016A1EDAFB}"/>
              </a:ext>
            </a:extLst>
          </p:cNvPr>
          <p:cNvSpPr/>
          <p:nvPr/>
        </p:nvSpPr>
        <p:spPr>
          <a:xfrm>
            <a:off x="111286" y="2233050"/>
            <a:ext cx="3347980" cy="148354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Aft>
                <a:spcPts val="800"/>
              </a:spcAft>
            </a:pPr>
            <a:r>
              <a:rPr lang="en-US" sz="2000" b="1" dirty="0">
                <a:latin typeface="Daimler CS" pitchFamily="2" charset="0"/>
              </a:rPr>
              <a:t>Education</a:t>
            </a:r>
          </a:p>
          <a:p>
            <a:pPr algn="ctr"/>
            <a:r>
              <a:rPr lang="en-US" sz="2000" dirty="0">
                <a:latin typeface="Daimler CS" pitchFamily="2" charset="0"/>
              </a:rPr>
              <a:t>Graduating Dec </a:t>
            </a:r>
            <a:r>
              <a:rPr lang="en-US" sz="2000">
                <a:latin typeface="Daimler CS" pitchFamily="2" charset="0"/>
              </a:rPr>
              <a:t>2025 in mechanical </a:t>
            </a:r>
            <a:r>
              <a:rPr lang="en-US" sz="2000" dirty="0">
                <a:latin typeface="Daimler CS" pitchFamily="2" charset="0"/>
              </a:rPr>
              <a:t>engineering at Oregon State University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3C369E1-3123-56D9-F59C-EC8CA6FEF252}"/>
              </a:ext>
            </a:extLst>
          </p:cNvPr>
          <p:cNvSpPr/>
          <p:nvPr/>
        </p:nvSpPr>
        <p:spPr>
          <a:xfrm>
            <a:off x="111285" y="3951447"/>
            <a:ext cx="3347980" cy="14065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latin typeface="Daimler CS" pitchFamily="2" charset="0"/>
              </a:rPr>
              <a:t>Hobbies</a:t>
            </a:r>
          </a:p>
          <a:p>
            <a:pPr algn="ctr"/>
            <a:r>
              <a:rPr lang="en-US" sz="2000" dirty="0">
                <a:latin typeface="Daimler CS" pitchFamily="2" charset="0"/>
              </a:rPr>
              <a:t>Powerlifting</a:t>
            </a:r>
          </a:p>
          <a:p>
            <a:pPr algn="ctr"/>
            <a:r>
              <a:rPr lang="en-US" sz="2000" dirty="0">
                <a:latin typeface="Daimler CS" pitchFamily="2" charset="0"/>
              </a:rPr>
              <a:t>Bicycling</a:t>
            </a:r>
          </a:p>
          <a:p>
            <a:pPr algn="ctr"/>
            <a:r>
              <a:rPr lang="en-US" sz="2000" dirty="0">
                <a:latin typeface="Daimler CS" pitchFamily="2" charset="0"/>
              </a:rPr>
              <a:t>Watching TV with my wife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A51C5C9-8D14-63FF-4646-BB4AD5D131BA}"/>
              </a:ext>
            </a:extLst>
          </p:cNvPr>
          <p:cNvSpPr/>
          <p:nvPr/>
        </p:nvSpPr>
        <p:spPr>
          <a:xfrm>
            <a:off x="111284" y="5546869"/>
            <a:ext cx="3347981" cy="117298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latin typeface="Daimler CS" pitchFamily="2" charset="0"/>
              </a:rPr>
              <a:t>Fun Fact</a:t>
            </a:r>
          </a:p>
          <a:p>
            <a:pPr algn="ctr"/>
            <a:r>
              <a:rPr lang="en-US" sz="2000" dirty="0">
                <a:latin typeface="Daimler CS" pitchFamily="2" charset="0"/>
              </a:rPr>
              <a:t>I got married June 22</a:t>
            </a:r>
            <a:r>
              <a:rPr lang="en-US" sz="2000" baseline="30000" dirty="0">
                <a:latin typeface="Daimler CS" pitchFamily="2" charset="0"/>
              </a:rPr>
              <a:t>nd</a:t>
            </a:r>
            <a:r>
              <a:rPr lang="en-US" sz="2000" dirty="0">
                <a:latin typeface="Daimler CS" pitchFamily="2" charset="0"/>
              </a:rPr>
              <a:t> to my beautiful wife, Jadyn Marsh</a:t>
            </a:r>
          </a:p>
        </p:txBody>
      </p:sp>
    </p:spTree>
    <p:extLst>
      <p:ext uri="{BB962C8B-B14F-4D97-AF65-F5344CB8AC3E}">
        <p14:creationId xmlns:p14="http://schemas.microsoft.com/office/powerpoint/2010/main" val="2169174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688FA42-8501-8BE3-14EF-C8296066B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903" y="1920596"/>
            <a:ext cx="11196194" cy="594285"/>
          </a:xfrm>
        </p:spPr>
        <p:txBody>
          <a:bodyPr/>
          <a:lstStyle/>
          <a:p>
            <a:pPr algn="ctr"/>
            <a:r>
              <a:rPr lang="en-US" dirty="0"/>
              <a:t>Project Portfolio – Internship Deliverables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231881-4222-909E-B904-04BDE0B30338}"/>
              </a:ext>
            </a:extLst>
          </p:cNvPr>
          <p:cNvSpPr/>
          <p:nvPr/>
        </p:nvSpPr>
        <p:spPr>
          <a:xfrm>
            <a:off x="1484672" y="2514882"/>
            <a:ext cx="1986116" cy="5942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dirty="0">
                <a:latin typeface="Daimler CS" pitchFamily="2" charset="0"/>
              </a:rPr>
              <a:t>Major Projects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5A6132-22C1-D070-62B4-C250E6C6BDAD}"/>
              </a:ext>
            </a:extLst>
          </p:cNvPr>
          <p:cNvSpPr/>
          <p:nvPr/>
        </p:nvSpPr>
        <p:spPr>
          <a:xfrm>
            <a:off x="8347589" y="2514881"/>
            <a:ext cx="1986116" cy="5942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dirty="0">
                <a:latin typeface="Daimler CS" pitchFamily="2" charset="0"/>
              </a:rPr>
              <a:t>Minor Projects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89C450D-9CF7-AC98-D8A1-797CF9156178}"/>
              </a:ext>
            </a:extLst>
          </p:cNvPr>
          <p:cNvSpPr/>
          <p:nvPr/>
        </p:nvSpPr>
        <p:spPr>
          <a:xfrm>
            <a:off x="497903" y="3293807"/>
            <a:ext cx="4326194" cy="313649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Aluminum Evaporative Cooling Tank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Low-cost replacement for plastic tank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Radiator Baffle Design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Reduced airflow recirculation to radiator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B-Sample Upfit Coolant Routing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Tight-clearance fuel tank coolant path design</a:t>
            </a:r>
            <a:endParaRPr lang="en-US" sz="2000" dirty="0">
              <a:latin typeface="Daimler CS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F6B6EC-B4EF-EFCB-E341-FFD051E40EFB}"/>
              </a:ext>
            </a:extLst>
          </p:cNvPr>
          <p:cNvSpPr/>
          <p:nvPr/>
        </p:nvSpPr>
        <p:spPr>
          <a:xfrm>
            <a:off x="7177550" y="3293807"/>
            <a:ext cx="4326194" cy="313649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Flowmeter Bracket Design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38mm &amp; 50mm sizes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Pump Mounting Bracket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Complete CAD &amp; drawings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Battery Cooling Surge Tank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Concept &amp; fitment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Double-Ended Barbed Pipe Fitting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CAD model</a:t>
            </a:r>
            <a:endParaRPr lang="en-US" sz="2000" dirty="0">
              <a:latin typeface="Daimler C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560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E6456-D092-D14D-4CEA-4E4751ACC6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243" y="1883445"/>
            <a:ext cx="11367524" cy="1677600"/>
          </a:xfrm>
        </p:spPr>
        <p:txBody>
          <a:bodyPr/>
          <a:lstStyle/>
          <a:p>
            <a:r>
              <a:rPr lang="en-US" dirty="0"/>
              <a:t>Major Project 1: Aluminum evaporative cooling tank (Final Demonstrator)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75E287-B347-B808-8C57-C08E143A70D3}"/>
              </a:ext>
            </a:extLst>
          </p:cNvPr>
          <p:cNvSpPr/>
          <p:nvPr/>
        </p:nvSpPr>
        <p:spPr>
          <a:xfrm>
            <a:off x="3671499" y="4973137"/>
            <a:ext cx="4308734" cy="149714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b="1" dirty="0">
                <a:latin typeface="Daimler CS" pitchFamily="2" charset="0"/>
              </a:rPr>
              <a:t>Department Interactions: </a:t>
            </a:r>
          </a:p>
          <a:p>
            <a:pPr algn="ctr"/>
            <a:r>
              <a:rPr lang="en-US" sz="2000" dirty="0">
                <a:latin typeface="Daimler CS" pitchFamily="2" charset="0"/>
              </a:rPr>
              <a:t>Chassis – Thomas Robinson aided with sensor placement and design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CD52EC9-7218-308C-96B5-497B9D5A9623}"/>
              </a:ext>
            </a:extLst>
          </p:cNvPr>
          <p:cNvSpPr/>
          <p:nvPr/>
        </p:nvSpPr>
        <p:spPr>
          <a:xfrm>
            <a:off x="3870066" y="2722245"/>
            <a:ext cx="3911600" cy="140023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b="1" dirty="0">
                <a:latin typeface="Daimler CS" pitchFamily="2" charset="0"/>
              </a:rPr>
              <a:t>Project Scope</a:t>
            </a:r>
          </a:p>
          <a:p>
            <a:pPr algn="ctr"/>
            <a:r>
              <a:rPr lang="en-US" sz="2000" dirty="0">
                <a:latin typeface="Daimler CS" pitchFamily="2" charset="0"/>
              </a:rPr>
              <a:t>Replace previous plastic evaporative cooling tank with cheaper welded aluminum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E80E5C-60D8-E56D-E85A-BF8F32FEB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" y="3913938"/>
            <a:ext cx="2945825" cy="222544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717C33-F2CA-2FB1-E447-77EE40758A60}"/>
              </a:ext>
            </a:extLst>
          </p:cNvPr>
          <p:cNvSpPr/>
          <p:nvPr/>
        </p:nvSpPr>
        <p:spPr>
          <a:xfrm>
            <a:off x="485233" y="2863356"/>
            <a:ext cx="2661090" cy="69768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b="1" dirty="0">
                <a:latin typeface="Daimler CS" pitchFamily="2" charset="0"/>
              </a:rPr>
              <a:t>Plastic Tank (Old)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2724BD-9AEA-7361-113D-CDE1014B5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1465" y="3710530"/>
            <a:ext cx="3026066" cy="2632263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FA3132C-0C23-6AF7-6B17-A36A3B1CCE63}"/>
              </a:ext>
            </a:extLst>
          </p:cNvPr>
          <p:cNvSpPr/>
          <p:nvPr/>
        </p:nvSpPr>
        <p:spPr>
          <a:xfrm>
            <a:off x="8809704" y="2690958"/>
            <a:ext cx="2802194" cy="69768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b="1" dirty="0">
                <a:latin typeface="Daimler CS" pitchFamily="2" charset="0"/>
              </a:rPr>
              <a:t>Aluminum Tank (New)</a:t>
            </a:r>
          </a:p>
        </p:txBody>
      </p:sp>
    </p:spTree>
    <p:extLst>
      <p:ext uri="{BB962C8B-B14F-4D97-AF65-F5344CB8AC3E}">
        <p14:creationId xmlns:p14="http://schemas.microsoft.com/office/powerpoint/2010/main" val="3629111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A3AC-ADBC-9F42-0C29-8A2CC2E82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80941" y="1788247"/>
            <a:ext cx="4369329" cy="1677600"/>
          </a:xfrm>
        </p:spPr>
        <p:txBody>
          <a:bodyPr/>
          <a:lstStyle/>
          <a:p>
            <a:r>
              <a:rPr lang="en-US" dirty="0"/>
              <a:t>Key Project Requirements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A8EFD8-D6FB-7EE1-808B-9AB9CF646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465847"/>
            <a:ext cx="2879802" cy="320198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346A83-B863-761E-43BD-257D93E7E333}"/>
              </a:ext>
            </a:extLst>
          </p:cNvPr>
          <p:cNvSpPr/>
          <p:nvPr/>
        </p:nvSpPr>
        <p:spPr>
          <a:xfrm>
            <a:off x="355600" y="2343047"/>
            <a:ext cx="3235402" cy="98213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dirty="0">
                <a:latin typeface="Daimler CS" pitchFamily="2" charset="0"/>
              </a:rPr>
              <a:t>Tank properly interfaces with necessary components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C83F92-F37F-E5BA-1DD0-1E93A14CE6F1}"/>
              </a:ext>
            </a:extLst>
          </p:cNvPr>
          <p:cNvSpPr/>
          <p:nvPr/>
        </p:nvSpPr>
        <p:spPr>
          <a:xfrm>
            <a:off x="7602499" y="2273677"/>
            <a:ext cx="3235402" cy="98213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dirty="0">
                <a:latin typeface="Daimler CS" pitchFamily="2" charset="0"/>
              </a:rPr>
              <a:t>Subparts must be easily obtainable to reduce cost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56612C-7F43-6B1D-F90A-B7B07A80D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586" y="3429000"/>
            <a:ext cx="3006234" cy="3242301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4C7A0E-4618-DD7A-963F-B8E2463586C0}"/>
              </a:ext>
            </a:extLst>
          </p:cNvPr>
          <p:cNvCxnSpPr>
            <a:cxnSpLocks/>
          </p:cNvCxnSpPr>
          <p:nvPr/>
        </p:nvCxnSpPr>
        <p:spPr>
          <a:xfrm>
            <a:off x="6815667" y="4585676"/>
            <a:ext cx="1034603" cy="936301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64DF2A9-6218-7A85-DA27-9D8A4DAC7F69}"/>
              </a:ext>
            </a:extLst>
          </p:cNvPr>
          <p:cNvSpPr/>
          <p:nvPr/>
        </p:nvSpPr>
        <p:spPr>
          <a:xfrm>
            <a:off x="4675880" y="4177080"/>
            <a:ext cx="2082146" cy="49106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1600" dirty="0">
                <a:latin typeface="Daimler CS" pitchFamily="2" charset="0"/>
              </a:rPr>
              <a:t>Standard DTNA sensor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43AA913-4BA0-EB96-549B-A533A4AA375F}"/>
              </a:ext>
            </a:extLst>
          </p:cNvPr>
          <p:cNvCxnSpPr>
            <a:cxnSpLocks/>
          </p:cNvCxnSpPr>
          <p:nvPr/>
        </p:nvCxnSpPr>
        <p:spPr>
          <a:xfrm flipV="1">
            <a:off x="6815667" y="6265333"/>
            <a:ext cx="2404533" cy="177800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71D9F3A-1987-7CEF-4B76-2503D6D8B238}"/>
              </a:ext>
            </a:extLst>
          </p:cNvPr>
          <p:cNvSpPr/>
          <p:nvPr/>
        </p:nvSpPr>
        <p:spPr>
          <a:xfrm>
            <a:off x="4809067" y="6062134"/>
            <a:ext cx="1815772" cy="49106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1600" dirty="0">
                <a:latin typeface="Daimler CS" pitchFamily="2" charset="0"/>
              </a:rPr>
              <a:t>$20 McMaster plug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E3AF8A7-0BC6-03DB-1A5C-D0EA291EE5A6}"/>
              </a:ext>
            </a:extLst>
          </p:cNvPr>
          <p:cNvSpPr/>
          <p:nvPr/>
        </p:nvSpPr>
        <p:spPr>
          <a:xfrm>
            <a:off x="10742978" y="5507943"/>
            <a:ext cx="1398675" cy="51646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1600" dirty="0">
                <a:latin typeface="Daimler CS" pitchFamily="2" charset="0"/>
              </a:rPr>
              <a:t>$20 McMaster elbow adapter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6AB8684-36E9-2308-C49B-B5FB78616748}"/>
              </a:ext>
            </a:extLst>
          </p:cNvPr>
          <p:cNvCxnSpPr>
            <a:cxnSpLocks/>
          </p:cNvCxnSpPr>
          <p:nvPr/>
        </p:nvCxnSpPr>
        <p:spPr>
          <a:xfrm flipV="1">
            <a:off x="10455113" y="6062134"/>
            <a:ext cx="560020" cy="330199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1B0AE97-9D47-16F1-D77D-284FE01F0F9D}"/>
              </a:ext>
            </a:extLst>
          </p:cNvPr>
          <p:cNvCxnSpPr>
            <a:cxnSpLocks/>
          </p:cNvCxnSpPr>
          <p:nvPr/>
        </p:nvCxnSpPr>
        <p:spPr>
          <a:xfrm flipV="1">
            <a:off x="10489390" y="4415368"/>
            <a:ext cx="560020" cy="330199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076B0D7-CC95-6E12-E554-EDCCF5843487}"/>
              </a:ext>
            </a:extLst>
          </p:cNvPr>
          <p:cNvSpPr/>
          <p:nvPr/>
        </p:nvSpPr>
        <p:spPr>
          <a:xfrm>
            <a:off x="10742978" y="3775947"/>
            <a:ext cx="1449022" cy="5004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1600" dirty="0">
                <a:latin typeface="Daimler CS" pitchFamily="2" charset="0"/>
              </a:rPr>
              <a:t>$21 McMaster threaded pipe</a:t>
            </a:r>
          </a:p>
        </p:txBody>
      </p:sp>
    </p:spTree>
    <p:extLst>
      <p:ext uri="{BB962C8B-B14F-4D97-AF65-F5344CB8AC3E}">
        <p14:creationId xmlns:p14="http://schemas.microsoft.com/office/powerpoint/2010/main" val="993064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708F2-81AE-0DD5-4E77-A071421EC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2647" y="1899030"/>
            <a:ext cx="5529262" cy="1677600"/>
          </a:xfrm>
        </p:spPr>
        <p:txBody>
          <a:bodyPr/>
          <a:lstStyle/>
          <a:p>
            <a:r>
              <a:rPr lang="en-US" dirty="0"/>
              <a:t>Key Project Requirements 2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EDC52C7-955B-A4E0-C773-3623BED60339}"/>
              </a:ext>
            </a:extLst>
          </p:cNvPr>
          <p:cNvSpPr/>
          <p:nvPr/>
        </p:nvSpPr>
        <p:spPr>
          <a:xfrm>
            <a:off x="119660" y="2493024"/>
            <a:ext cx="6979310" cy="8937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dirty="0">
                <a:latin typeface="Daimler CS" pitchFamily="2" charset="0"/>
              </a:rPr>
              <a:t>Provide detailed drawings to supplier for all parts, including assembly. All welds must be called out to ensure water-tight tank.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67BD62-E399-B0F1-E44F-24837688F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6" y="3955781"/>
            <a:ext cx="3851206" cy="2673059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0B1399-787B-DD81-A695-9F7DA1BB3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477" y="3905252"/>
            <a:ext cx="2530085" cy="2677828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E1DF72-D21E-F9F6-B58D-56A8F048D9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096"/>
          <a:stretch>
            <a:fillRect/>
          </a:stretch>
        </p:blipFill>
        <p:spPr>
          <a:xfrm>
            <a:off x="7803279" y="3955781"/>
            <a:ext cx="3851206" cy="2677828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9779E354-A5E1-4759-CBEC-F99792F8C04F}"/>
              </a:ext>
            </a:extLst>
          </p:cNvPr>
          <p:cNvSpPr/>
          <p:nvPr/>
        </p:nvSpPr>
        <p:spPr>
          <a:xfrm>
            <a:off x="10780241" y="3813966"/>
            <a:ext cx="666810" cy="67363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2000" dirty="0" err="1">
              <a:latin typeface="Daimler CS" pitchFamily="2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A2197FC-D32C-B3D4-A8B0-4AD82085BEA1}"/>
              </a:ext>
            </a:extLst>
          </p:cNvPr>
          <p:cNvSpPr/>
          <p:nvPr/>
        </p:nvSpPr>
        <p:spPr>
          <a:xfrm>
            <a:off x="6343852" y="4525167"/>
            <a:ext cx="666810" cy="67363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2000" dirty="0" err="1">
              <a:latin typeface="Daimler CS" pitchFamily="2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231429E-ACD4-0408-0CD0-4B275C09456B}"/>
              </a:ext>
            </a:extLst>
          </p:cNvPr>
          <p:cNvCxnSpPr>
            <a:cxnSpLocks/>
          </p:cNvCxnSpPr>
          <p:nvPr/>
        </p:nvCxnSpPr>
        <p:spPr>
          <a:xfrm>
            <a:off x="9861817" y="3039533"/>
            <a:ext cx="1009383" cy="77443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C78373B-48BD-1854-1130-0D9781E60F53}"/>
              </a:ext>
            </a:extLst>
          </p:cNvPr>
          <p:cNvCxnSpPr>
            <a:cxnSpLocks/>
          </p:cNvCxnSpPr>
          <p:nvPr/>
        </p:nvCxnSpPr>
        <p:spPr>
          <a:xfrm flipH="1">
            <a:off x="6917267" y="3039533"/>
            <a:ext cx="2944550" cy="144807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977047C-6B1A-2AA7-8501-0B0490210982}"/>
              </a:ext>
            </a:extLst>
          </p:cNvPr>
          <p:cNvSpPr/>
          <p:nvPr/>
        </p:nvSpPr>
        <p:spPr>
          <a:xfrm>
            <a:off x="8423467" y="2298537"/>
            <a:ext cx="2726267" cy="74099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1600" dirty="0">
                <a:latin typeface="Daimler CS" pitchFamily="2" charset="0"/>
              </a:rPr>
              <a:t>Corresponding drawing and physical model weldments</a:t>
            </a:r>
          </a:p>
        </p:txBody>
      </p:sp>
    </p:spTree>
    <p:extLst>
      <p:ext uri="{BB962C8B-B14F-4D97-AF65-F5344CB8AC3E}">
        <p14:creationId xmlns:p14="http://schemas.microsoft.com/office/powerpoint/2010/main" val="286592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47B83-3BDE-1A15-C675-A39B6E6DD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D69F23-7E17-E21B-589A-C331AAE9F6DA}"/>
              </a:ext>
            </a:extLst>
          </p:cNvPr>
          <p:cNvSpPr/>
          <p:nvPr/>
        </p:nvSpPr>
        <p:spPr>
          <a:xfrm>
            <a:off x="465667" y="2830050"/>
            <a:ext cx="5060062" cy="328561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First experience with NX at DTNA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Fitting design into overall truck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Reaching out for help initially felt intimidating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No direct path for many parts so we had to think of a solution with premade parts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 b="1" dirty="0">
              <a:latin typeface="Daimler CS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8BB457-E239-2DCD-BC70-364FEF73A3DC}"/>
              </a:ext>
            </a:extLst>
          </p:cNvPr>
          <p:cNvSpPr/>
          <p:nvPr/>
        </p:nvSpPr>
        <p:spPr>
          <a:xfrm>
            <a:off x="6666274" y="2830050"/>
            <a:ext cx="5128886" cy="328561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Importing vendor parts into NX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Interfacing parts within a single assembly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GD&amp;T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Limitations and uses of welded aluminum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00D9736-C4F3-1C8A-F4B6-4AEF3CC11EAA}"/>
              </a:ext>
            </a:extLst>
          </p:cNvPr>
          <p:cNvSpPr/>
          <p:nvPr/>
        </p:nvSpPr>
        <p:spPr>
          <a:xfrm>
            <a:off x="1376516" y="1976284"/>
            <a:ext cx="3077497" cy="609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b="1" dirty="0">
                <a:latin typeface="Daimler CS" pitchFamily="2" charset="0"/>
              </a:rPr>
              <a:t>Challenges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E17E90-A15D-928C-E830-547C64BCE508}"/>
              </a:ext>
            </a:extLst>
          </p:cNvPr>
          <p:cNvSpPr/>
          <p:nvPr/>
        </p:nvSpPr>
        <p:spPr>
          <a:xfrm>
            <a:off x="7216877" y="1976284"/>
            <a:ext cx="4021394" cy="609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b="1" dirty="0">
                <a:latin typeface="Daimler CS" pitchFamily="2" charset="0"/>
              </a:rPr>
              <a:t>Key Learnings and Takeaways</a:t>
            </a:r>
          </a:p>
        </p:txBody>
      </p:sp>
    </p:spTree>
    <p:extLst>
      <p:ext uri="{BB962C8B-B14F-4D97-AF65-F5344CB8AC3E}">
        <p14:creationId xmlns:p14="http://schemas.microsoft.com/office/powerpoint/2010/main" val="569395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3CE6-6AD8-BE59-1A9B-FE06A0D8BE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799" y="1873000"/>
            <a:ext cx="11628984" cy="1677600"/>
          </a:xfrm>
        </p:spPr>
        <p:txBody>
          <a:bodyPr/>
          <a:lstStyle/>
          <a:p>
            <a:pPr algn="ctr"/>
            <a:r>
              <a:rPr lang="en-US" dirty="0"/>
              <a:t>Major Project 2: Radiator Baffles (Final Demonstrator)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3418875-A77C-B588-EDF3-0A374262614A}"/>
              </a:ext>
            </a:extLst>
          </p:cNvPr>
          <p:cNvSpPr/>
          <p:nvPr/>
        </p:nvSpPr>
        <p:spPr>
          <a:xfrm>
            <a:off x="3176344" y="4446003"/>
            <a:ext cx="4670323" cy="19002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b="1" dirty="0"/>
              <a:t>Interacting Departments/Companies:</a:t>
            </a:r>
          </a:p>
          <a:p>
            <a:pPr algn="ctr"/>
            <a:r>
              <a:rPr lang="en-US" dirty="0"/>
              <a:t>Mahle – Updated baffle designs concurrent with radiator developments</a:t>
            </a:r>
          </a:p>
          <a:p>
            <a:pPr algn="ctr"/>
            <a:r>
              <a:rPr lang="en-US" dirty="0"/>
              <a:t>Chassis – Airflow knowledge (Ovidiu </a:t>
            </a:r>
            <a:r>
              <a:rPr lang="en-US" dirty="0" err="1"/>
              <a:t>Salagean</a:t>
            </a:r>
            <a:r>
              <a:rPr lang="en-US" dirty="0"/>
              <a:t>) helped define baffle clearance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2242B6-7862-2026-ED6C-289E431DEAE2}"/>
              </a:ext>
            </a:extLst>
          </p:cNvPr>
          <p:cNvSpPr/>
          <p:nvPr/>
        </p:nvSpPr>
        <p:spPr>
          <a:xfrm>
            <a:off x="3665533" y="2485468"/>
            <a:ext cx="3743476" cy="143933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b="1" dirty="0">
                <a:latin typeface="Daimler CS" pitchFamily="2" charset="0"/>
              </a:rPr>
              <a:t>Project Scope</a:t>
            </a:r>
          </a:p>
          <a:p>
            <a:pPr algn="ctr"/>
            <a:r>
              <a:rPr lang="en-US" sz="2000" dirty="0">
                <a:latin typeface="Daimler CS" pitchFamily="2" charset="0"/>
              </a:rPr>
              <a:t>Needed 6 baffles to prevent recirculating airflow to radiator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42AFC6-B032-4244-D508-CBBE2E19614B}"/>
              </a:ext>
            </a:extLst>
          </p:cNvPr>
          <p:cNvSpPr/>
          <p:nvPr/>
        </p:nvSpPr>
        <p:spPr>
          <a:xfrm>
            <a:off x="8862392" y="2635600"/>
            <a:ext cx="2484450" cy="47413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dirty="0">
                <a:latin typeface="Daimler CS" pitchFamily="2" charset="0"/>
              </a:rPr>
              <a:t>Design in Context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F6711DD-ACCF-71B7-6810-0955BDCCAA32}"/>
              </a:ext>
            </a:extLst>
          </p:cNvPr>
          <p:cNvSpPr/>
          <p:nvPr/>
        </p:nvSpPr>
        <p:spPr>
          <a:xfrm>
            <a:off x="392884" y="2485468"/>
            <a:ext cx="2463583" cy="47413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dirty="0">
                <a:latin typeface="Daimler CS" pitchFamily="2" charset="0"/>
              </a:rPr>
              <a:t>Isolated Baffles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E24247-C61B-7EC1-ACDB-F7837C848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99" y="3205134"/>
            <a:ext cx="2911755" cy="311210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2408694-6E73-EBD8-3D6B-B71713ED8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452" y="3288707"/>
            <a:ext cx="3386331" cy="31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94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E9D1BF-436A-F7E2-22CB-7FF662540D11}"/>
              </a:ext>
            </a:extLst>
          </p:cNvPr>
          <p:cNvSpPr txBox="1"/>
          <p:nvPr/>
        </p:nvSpPr>
        <p:spPr>
          <a:xfrm>
            <a:off x="3953934" y="1723256"/>
            <a:ext cx="44619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+mj-lt"/>
              </a:rPr>
              <a:t>Key Project Requirements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427854-1D93-9A17-5EB0-3AFD2902A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94" y="3325716"/>
            <a:ext cx="5290870" cy="14729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876641-F393-ABAE-6033-CD42FB7ED928}"/>
              </a:ext>
            </a:extLst>
          </p:cNvPr>
          <p:cNvSpPr/>
          <p:nvPr/>
        </p:nvSpPr>
        <p:spPr>
          <a:xfrm>
            <a:off x="231145" y="2309988"/>
            <a:ext cx="5049969" cy="88053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dirty="0">
                <a:latin typeface="Daimler CS" pitchFamily="2" charset="0"/>
              </a:rPr>
              <a:t>Baffles attach direct to radiator and cutouts for all intersecting components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D5E07C7-F121-4A03-8EFA-E17476DCC032}"/>
              </a:ext>
            </a:extLst>
          </p:cNvPr>
          <p:cNvSpPr/>
          <p:nvPr/>
        </p:nvSpPr>
        <p:spPr>
          <a:xfrm>
            <a:off x="7584215" y="2251948"/>
            <a:ext cx="3667985" cy="88053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dirty="0">
                <a:latin typeface="Daimler CS" pitchFamily="2" charset="0"/>
              </a:rPr>
              <a:t>Consistent 6mm between hood components and baffles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410E46-A81B-2247-641D-4817453B9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699" y="3278944"/>
            <a:ext cx="5224136" cy="1519672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FBCD0BA-777C-45F4-685B-46FC4D4CDC43}"/>
              </a:ext>
            </a:extLst>
          </p:cNvPr>
          <p:cNvSpPr/>
          <p:nvPr/>
        </p:nvSpPr>
        <p:spPr>
          <a:xfrm>
            <a:off x="4192355" y="5663643"/>
            <a:ext cx="3667985" cy="88053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dirty="0">
                <a:latin typeface="Daimler CS" pitchFamily="2" charset="0"/>
              </a:rPr>
              <a:t>Simple locking feature to join upper baffles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2C05610-3F8F-3DB2-5DB7-604BE2D3F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2638" y="5410059"/>
            <a:ext cx="1541296" cy="12353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C615957-3672-DFD3-F6C5-FD6CE7839E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8761" y="5486259"/>
            <a:ext cx="1541296" cy="122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244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039DE57-9E8D-8BB9-C053-F15106CDD145}"/>
              </a:ext>
            </a:extLst>
          </p:cNvPr>
          <p:cNvSpPr/>
          <p:nvPr/>
        </p:nvSpPr>
        <p:spPr>
          <a:xfrm>
            <a:off x="465667" y="2884677"/>
            <a:ext cx="4440630" cy="327987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50000"/>
              </a:lnSpc>
            </a:pPr>
            <a:endParaRPr lang="en-US" sz="2000" dirty="0">
              <a:latin typeface="Daimler CS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Given one week to fully design baffles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Updating baffles with new radiator designs proved challenging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 dirty="0">
              <a:latin typeface="Daimler CS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A2A23A9-FF9C-1F8C-75B4-45AE78D9DEC2}"/>
              </a:ext>
            </a:extLst>
          </p:cNvPr>
          <p:cNvSpPr/>
          <p:nvPr/>
        </p:nvSpPr>
        <p:spPr>
          <a:xfrm>
            <a:off x="6941574" y="2884676"/>
            <a:ext cx="4784759" cy="327987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NX Learning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Complex part integration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Intersection curves (NX tool)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Discuss all changes when synchronously developing a product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C995C8B-BBD4-2968-96C0-921C9F004F2C}"/>
              </a:ext>
            </a:extLst>
          </p:cNvPr>
          <p:cNvSpPr/>
          <p:nvPr/>
        </p:nvSpPr>
        <p:spPr>
          <a:xfrm>
            <a:off x="1147233" y="1990487"/>
            <a:ext cx="3077497" cy="609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b="1" dirty="0">
                <a:latin typeface="Daimler CS" pitchFamily="2" charset="0"/>
              </a:rPr>
              <a:t>Challenges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8B632D1-6335-131A-CF40-B820D5C243AA}"/>
              </a:ext>
            </a:extLst>
          </p:cNvPr>
          <p:cNvSpPr/>
          <p:nvPr/>
        </p:nvSpPr>
        <p:spPr>
          <a:xfrm>
            <a:off x="7436328" y="1990487"/>
            <a:ext cx="4021394" cy="609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b="1" dirty="0">
                <a:latin typeface="Daimler CS" pitchFamily="2" charset="0"/>
              </a:rPr>
              <a:t>Key Learnings and Takeaways</a:t>
            </a:r>
          </a:p>
        </p:txBody>
      </p:sp>
    </p:spTree>
    <p:extLst>
      <p:ext uri="{BB962C8B-B14F-4D97-AF65-F5344CB8AC3E}">
        <p14:creationId xmlns:p14="http://schemas.microsoft.com/office/powerpoint/2010/main" val="309485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830F3-D3EA-AEAC-0D76-3E9147739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980" y="2001431"/>
            <a:ext cx="10159472" cy="1677600"/>
          </a:xfrm>
        </p:spPr>
        <p:txBody>
          <a:bodyPr/>
          <a:lstStyle/>
          <a:p>
            <a:r>
              <a:rPr lang="en-US" dirty="0"/>
              <a:t>Major Project 3: B-Sample Upfit Coolant Routing Design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1E3723-06E8-93A0-9C1C-1B246ABD7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12" y="3925429"/>
            <a:ext cx="3643772" cy="212344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37FC72-2536-DE8E-D815-65F4E955CCE2}"/>
              </a:ext>
            </a:extLst>
          </p:cNvPr>
          <p:cNvSpPr/>
          <p:nvPr/>
        </p:nvSpPr>
        <p:spPr>
          <a:xfrm>
            <a:off x="635861" y="3230297"/>
            <a:ext cx="2721000" cy="47413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dirty="0">
                <a:latin typeface="Daimler CS" pitchFamily="2" charset="0"/>
              </a:rPr>
              <a:t>Isolated Coolant Routing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8B0E16-F972-40D1-03AF-F21F456117B5}"/>
              </a:ext>
            </a:extLst>
          </p:cNvPr>
          <p:cNvSpPr/>
          <p:nvPr/>
        </p:nvSpPr>
        <p:spPr>
          <a:xfrm>
            <a:off x="7899988" y="3290261"/>
            <a:ext cx="3733032" cy="47413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dirty="0">
                <a:latin typeface="Daimler CS" pitchFamily="2" charset="0"/>
              </a:rPr>
              <a:t>Contextualized Coolant Routing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FA6FB1-79B6-98A6-4293-2C7F09D20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721" y="4017697"/>
            <a:ext cx="4587567" cy="2572381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AF9C035-DFBD-F816-53D5-BC2DF122F683}"/>
              </a:ext>
            </a:extLst>
          </p:cNvPr>
          <p:cNvSpPr/>
          <p:nvPr/>
        </p:nvSpPr>
        <p:spPr>
          <a:xfrm>
            <a:off x="4126396" y="2710031"/>
            <a:ext cx="3095260" cy="181186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b="1" dirty="0">
                <a:latin typeface="Daimler CS" pitchFamily="2" charset="0"/>
              </a:rPr>
              <a:t>Project Scope</a:t>
            </a:r>
          </a:p>
          <a:p>
            <a:pPr algn="ctr"/>
            <a:r>
              <a:rPr lang="en-US" sz="2000" dirty="0">
                <a:latin typeface="Daimler CS" pitchFamily="2" charset="0"/>
              </a:rPr>
              <a:t>Create new coolant lines going to and from liquid  hydrogen fuel tanks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C46B9FB-9148-CDB3-C641-F4C37BBB4447}"/>
              </a:ext>
            </a:extLst>
          </p:cNvPr>
          <p:cNvSpPr/>
          <p:nvPr/>
        </p:nvSpPr>
        <p:spPr>
          <a:xfrm>
            <a:off x="4126396" y="4640431"/>
            <a:ext cx="3095260" cy="181186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b="1" dirty="0">
                <a:latin typeface="Daimler CS" pitchFamily="2" charset="0"/>
              </a:rPr>
              <a:t>Department Interactions</a:t>
            </a:r>
          </a:p>
          <a:p>
            <a:pPr algn="ctr"/>
            <a:r>
              <a:rPr lang="en-US" sz="2000" dirty="0">
                <a:latin typeface="Daimler CS" pitchFamily="2" charset="0"/>
              </a:rPr>
              <a:t>DTICI – Updated designs based on DTICI input (Vasanth </a:t>
            </a:r>
            <a:r>
              <a:rPr lang="en-US" sz="2000" dirty="0" err="1">
                <a:latin typeface="Daimler CS" pitchFamily="2" charset="0"/>
              </a:rPr>
              <a:t>Rajagunasekaran</a:t>
            </a:r>
            <a:r>
              <a:rPr lang="en-US" sz="2000" dirty="0">
                <a:latin typeface="Daimler CS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58504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024C-138E-46C2-CD78-95CBFD1AB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0969" y="1984772"/>
            <a:ext cx="4310062" cy="716095"/>
          </a:xfrm>
        </p:spPr>
        <p:txBody>
          <a:bodyPr/>
          <a:lstStyle/>
          <a:p>
            <a:r>
              <a:rPr lang="en-US" dirty="0"/>
              <a:t>Key Project Requirements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2B8EFF-B7FB-9F1C-490B-971E5D76198B}"/>
              </a:ext>
            </a:extLst>
          </p:cNvPr>
          <p:cNvSpPr/>
          <p:nvPr/>
        </p:nvSpPr>
        <p:spPr>
          <a:xfrm>
            <a:off x="194733" y="2700867"/>
            <a:ext cx="4504267" cy="635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dirty="0">
                <a:latin typeface="Daimler CS" pitchFamily="2" charset="0"/>
              </a:rPr>
              <a:t>CAD routing accurately reflects real-world tube bending and geometry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E0CD22-61E6-F9DA-D137-78682DC64C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26" r="3463"/>
          <a:stretch>
            <a:fillRect/>
          </a:stretch>
        </p:blipFill>
        <p:spPr>
          <a:xfrm>
            <a:off x="194733" y="3632803"/>
            <a:ext cx="4091021" cy="83831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ECCB7B-C7DC-1EAA-611D-AA78CEB14256}"/>
              </a:ext>
            </a:extLst>
          </p:cNvPr>
          <p:cNvSpPr/>
          <p:nvPr/>
        </p:nvSpPr>
        <p:spPr>
          <a:xfrm>
            <a:off x="7035800" y="2794000"/>
            <a:ext cx="4504267" cy="635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dirty="0">
                <a:latin typeface="Daimler CS" pitchFamily="2" charset="0"/>
              </a:rPr>
              <a:t>Model and include all relevant clipping and bracketry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80E32B-8A00-2811-A7D4-8C41E79676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32"/>
          <a:stretch>
            <a:fillRect/>
          </a:stretch>
        </p:blipFill>
        <p:spPr>
          <a:xfrm>
            <a:off x="257240" y="4915917"/>
            <a:ext cx="4028514" cy="1517200"/>
          </a:xfrm>
          <a:prstGeom prst="rect">
            <a:avLst/>
          </a:prstGeom>
        </p:spPr>
      </p:pic>
      <p:pic>
        <p:nvPicPr>
          <p:cNvPr id="11" name="Graphic 10" descr="Badge Cross with solid fill">
            <a:extLst>
              <a:ext uri="{FF2B5EF4-FFF2-40B4-BE49-F238E27FC236}">
                <a16:creationId xmlns:a16="http://schemas.microsoft.com/office/drawing/2014/main" id="{3DE3BDFD-CDAB-B01F-759F-2BF95F8B38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5754" y="5334117"/>
            <a:ext cx="914400" cy="914400"/>
          </a:xfrm>
          <a:prstGeom prst="rect">
            <a:avLst/>
          </a:prstGeom>
        </p:spPr>
      </p:pic>
      <p:pic>
        <p:nvPicPr>
          <p:cNvPr id="13" name="Graphic 12" descr="Badge Tick1 with solid fill">
            <a:extLst>
              <a:ext uri="{FF2B5EF4-FFF2-40B4-BE49-F238E27FC236}">
                <a16:creationId xmlns:a16="http://schemas.microsoft.com/office/drawing/2014/main" id="{C36776EE-D88B-5F30-4258-85654D331D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85754" y="3560292"/>
            <a:ext cx="914400" cy="914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DA1BB4A-2B3A-D961-E8CC-74EAD87F4A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1512" y="3522133"/>
            <a:ext cx="2565755" cy="314767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B852A4E-5A0D-3D34-0863-EE87B8948FF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0732" t="55" r="-10732" b="-55"/>
          <a:stretch>
            <a:fillRect/>
          </a:stretch>
        </p:blipFill>
        <p:spPr>
          <a:xfrm>
            <a:off x="6735363" y="3632803"/>
            <a:ext cx="2493305" cy="307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924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24C7C-2EAB-EDD1-6BCA-D73B1AEE2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D97975-2D7A-61F8-802C-E059DDF76C37}"/>
              </a:ext>
            </a:extLst>
          </p:cNvPr>
          <p:cNvSpPr/>
          <p:nvPr/>
        </p:nvSpPr>
        <p:spPr>
          <a:xfrm>
            <a:off x="465665" y="3027514"/>
            <a:ext cx="5060062" cy="339376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Extremely tight clearances made routing very difficult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Bend radius limited routing paths substantially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Initial designs scrapped due to changing coolant layout to more efficient design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809C2A9-E793-D4BF-93DE-5EFD5A268F98}"/>
              </a:ext>
            </a:extLst>
          </p:cNvPr>
          <p:cNvSpPr/>
          <p:nvPr/>
        </p:nvSpPr>
        <p:spPr>
          <a:xfrm>
            <a:off x="6531763" y="3027514"/>
            <a:ext cx="5194572" cy="339376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Siemens NX routing application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When working with people across the world, consistent communication is crucial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Whenever possible, have physical products on hand to mimic designs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50919C-3A14-E58D-02AB-CEFDB8B8013F}"/>
              </a:ext>
            </a:extLst>
          </p:cNvPr>
          <p:cNvSpPr/>
          <p:nvPr/>
        </p:nvSpPr>
        <p:spPr>
          <a:xfrm>
            <a:off x="1376516" y="1976284"/>
            <a:ext cx="3077497" cy="609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b="1" dirty="0">
                <a:latin typeface="Daimler CS" pitchFamily="2" charset="0"/>
              </a:rPr>
              <a:t>Challenges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97BCB5-E3CE-864A-2AE7-6056C10DD4ED}"/>
              </a:ext>
            </a:extLst>
          </p:cNvPr>
          <p:cNvSpPr/>
          <p:nvPr/>
        </p:nvSpPr>
        <p:spPr>
          <a:xfrm>
            <a:off x="7207045" y="1976284"/>
            <a:ext cx="4021394" cy="609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b="1" dirty="0">
                <a:latin typeface="Daimler CS" pitchFamily="2" charset="0"/>
              </a:rPr>
              <a:t>Key Learnings and Takeaways</a:t>
            </a:r>
          </a:p>
        </p:txBody>
      </p:sp>
    </p:spTree>
    <p:extLst>
      <p:ext uri="{BB962C8B-B14F-4D97-AF65-F5344CB8AC3E}">
        <p14:creationId xmlns:p14="http://schemas.microsoft.com/office/powerpoint/2010/main" val="2883634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8A8F65-CE8A-24A0-C393-41E123637F59}"/>
              </a:ext>
            </a:extLst>
          </p:cNvPr>
          <p:cNvSpPr/>
          <p:nvPr/>
        </p:nvSpPr>
        <p:spPr>
          <a:xfrm>
            <a:off x="1401097" y="2012365"/>
            <a:ext cx="3057832" cy="84446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dirty="0">
                <a:latin typeface="Daimler CS" pitchFamily="2" charset="0"/>
              </a:rPr>
              <a:t>Positives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5DA0AE-57E7-F15D-6C54-0FC10C979178}"/>
              </a:ext>
            </a:extLst>
          </p:cNvPr>
          <p:cNvSpPr/>
          <p:nvPr/>
        </p:nvSpPr>
        <p:spPr>
          <a:xfrm>
            <a:off x="7585587" y="1942426"/>
            <a:ext cx="3578942" cy="9144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000" dirty="0">
                <a:latin typeface="Daimler CS" pitchFamily="2" charset="0"/>
              </a:rPr>
              <a:t>Improvements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C81D98-BCBF-ABA5-8547-A71DAF05D2C4}"/>
              </a:ext>
            </a:extLst>
          </p:cNvPr>
          <p:cNvSpPr/>
          <p:nvPr/>
        </p:nvSpPr>
        <p:spPr>
          <a:xfrm>
            <a:off x="117986" y="3008672"/>
            <a:ext cx="5470013" cy="360229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Challenging and engaging work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Experienced varying disciplines of ME design (Routing, sheet metal, solid modelling etc.)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Opportunity to work on a project that will eventually propel the world forward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Felt like a part of the team working as an entry-level full-time engineer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Great work life balance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700C61-6B69-9744-5D25-FEB73A1906B9}"/>
              </a:ext>
            </a:extLst>
          </p:cNvPr>
          <p:cNvSpPr/>
          <p:nvPr/>
        </p:nvSpPr>
        <p:spPr>
          <a:xfrm>
            <a:off x="6676103" y="3008671"/>
            <a:ext cx="5397910" cy="360229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latin typeface="Daimler CS" pitchFamily="2" charset="0"/>
              </a:rPr>
              <a:t>IT Onboarding – Many interns had trouble onboarding, causing 2-3 weeks of missed opportunities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latin typeface="Daimler CS" pitchFamily="2" charset="0"/>
              </a:rPr>
              <a:t>Intern Cross-Team Experience – Teams work together to give an intern a 1–2-week mini project on a new team, giving a variety of experiences to interns</a:t>
            </a:r>
          </a:p>
        </p:txBody>
      </p:sp>
    </p:spTree>
    <p:extLst>
      <p:ext uri="{BB962C8B-B14F-4D97-AF65-F5344CB8AC3E}">
        <p14:creationId xmlns:p14="http://schemas.microsoft.com/office/powerpoint/2010/main" val="4276784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4C37B-415F-3B5A-8570-C581806E4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6413" y="1962103"/>
            <a:ext cx="10159472" cy="1677600"/>
          </a:xfrm>
        </p:spPr>
        <p:txBody>
          <a:bodyPr/>
          <a:lstStyle/>
          <a:p>
            <a:r>
              <a:rPr lang="en-US" dirty="0"/>
              <a:t>Key Internship Improvements and Learnings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333D86-0D32-B3D5-FC41-494E6A3F7915}"/>
              </a:ext>
            </a:extLst>
          </p:cNvPr>
          <p:cNvSpPr/>
          <p:nvPr/>
        </p:nvSpPr>
        <p:spPr>
          <a:xfrm>
            <a:off x="115782" y="3027106"/>
            <a:ext cx="3433664" cy="297935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r>
              <a:rPr lang="en-US" sz="2000" dirty="0">
                <a:latin typeface="Daimler CS" pitchFamily="2" charset="0"/>
              </a:rPr>
              <a:t>Software/Technical Improvements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Siemens NX Applications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Solid Modelling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Sheet Metal Design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Tubing/Routing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Drafting (GD&amp;T)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Advanced Simulation (FEA)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11644F-155C-2096-B8A7-460B59F3737A}"/>
              </a:ext>
            </a:extLst>
          </p:cNvPr>
          <p:cNvSpPr/>
          <p:nvPr/>
        </p:nvSpPr>
        <p:spPr>
          <a:xfrm>
            <a:off x="8642553" y="2653571"/>
            <a:ext cx="3433664" cy="37264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r>
              <a:rPr lang="en-US" sz="2000" dirty="0">
                <a:latin typeface="Daimler CS" pitchFamily="2" charset="0"/>
              </a:rPr>
              <a:t>Non-Software/Social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Everyone has a different expertise… ask around!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Review designs with multiple people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Make sure project requirements are clear </a:t>
            </a:r>
            <a:r>
              <a:rPr lang="en-US" sz="2000">
                <a:latin typeface="Daimler CS" pitchFamily="2" charset="0"/>
              </a:rPr>
              <a:t>up front</a:t>
            </a:r>
            <a:endParaRPr lang="en-US" sz="2000" dirty="0">
              <a:latin typeface="Daimler C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Daimler CS" pitchFamily="2" charset="0"/>
              </a:rPr>
              <a:t>Learn how each person communicates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415A5D-E223-A45E-04B7-D4333DA4E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451" y="2800903"/>
            <a:ext cx="2571097" cy="369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11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5D3BF-93BB-2F00-A3DF-F75BDFED6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0155" y="2856838"/>
            <a:ext cx="3795251" cy="2324762"/>
          </a:xfrm>
        </p:spPr>
        <p:txBody>
          <a:bodyPr/>
          <a:lstStyle/>
          <a:p>
            <a:pPr algn="ctr"/>
            <a:r>
              <a:rPr lang="en-US" sz="6000" b="1" dirty="0"/>
              <a:t>Thank You</a:t>
            </a:r>
            <a:br>
              <a:rPr lang="en-US" b="1" dirty="0"/>
            </a:br>
            <a:r>
              <a:rPr lang="en-US" sz="2000" dirty="0"/>
              <a:t>for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 wonderful experience</a:t>
            </a:r>
            <a:br>
              <a:rPr lang="en-US" dirty="0"/>
            </a:br>
            <a:r>
              <a:rPr lang="en-US" sz="2000" dirty="0"/>
              <a:t>and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 meaningful internship</a:t>
            </a:r>
          </a:p>
        </p:txBody>
      </p:sp>
    </p:spTree>
    <p:extLst>
      <p:ext uri="{BB962C8B-B14F-4D97-AF65-F5344CB8AC3E}">
        <p14:creationId xmlns:p14="http://schemas.microsoft.com/office/powerpoint/2010/main" val="4128125083"/>
      </p:ext>
    </p:extLst>
  </p:cSld>
  <p:clrMapOvr>
    <a:masterClrMapping/>
  </p:clrMapOvr>
</p:sld>
</file>

<file path=ppt/theme/theme1.xml><?xml version="1.0" encoding="utf-8"?>
<a:theme xmlns:a="http://schemas.openxmlformats.org/drawingml/2006/main" name="Daimler Truck">
  <a:themeElements>
    <a:clrScheme name="Daimler Truck AG">
      <a:dk1>
        <a:srgbClr val="000000"/>
      </a:dk1>
      <a:lt1>
        <a:srgbClr val="FFFFFF"/>
      </a:lt1>
      <a:dk2>
        <a:srgbClr val="9E9E9E"/>
      </a:dk2>
      <a:lt2>
        <a:srgbClr val="E6E6E6"/>
      </a:lt2>
      <a:accent1>
        <a:srgbClr val="00677F"/>
      </a:accent1>
      <a:accent2>
        <a:srgbClr val="A6CAD8"/>
      </a:accent2>
      <a:accent3>
        <a:srgbClr val="5097AB"/>
      </a:accent3>
      <a:accent4>
        <a:srgbClr val="007A93"/>
      </a:accent4>
      <a:accent5>
        <a:srgbClr val="004355"/>
      </a:accent5>
      <a:accent6>
        <a:srgbClr val="00677F"/>
      </a:accent6>
      <a:hlink>
        <a:srgbClr val="00677F"/>
      </a:hlink>
      <a:folHlink>
        <a:srgbClr val="9E9E9E"/>
      </a:folHlink>
    </a:clrScheme>
    <a:fontScheme name="© Daimler">
      <a:majorFont>
        <a:latin typeface="Daimler CS"/>
        <a:ea typeface=""/>
        <a:cs typeface=""/>
      </a:majorFont>
      <a:minorFont>
        <a:latin typeface="Daimler C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2000" dirty="0" err="1" smtClean="0">
            <a:latin typeface="Daimler CS" pitchFamily="2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2000" baseline="0" dirty="0" err="1" smtClean="0">
            <a:latin typeface="Daimler CS" pitchFamily="2" charset="0"/>
          </a:defRPr>
        </a:defPPr>
      </a:lstStyle>
    </a:txDef>
  </a:objectDefaults>
  <a:extraClrSchemeLst/>
  <a:custClrLst>
    <a:custClr name="Light Grey 100%">
      <a:srgbClr val="E6E6E6"/>
    </a:custClr>
    <a:custClr name="Light Grey +20 K">
      <a:srgbClr val="C8C8C8"/>
    </a:custClr>
    <a:custClr name="Light Grey +40 K">
      <a:srgbClr val="9E9E9E"/>
    </a:custClr>
    <a:custClr name="Light Grey +60 K">
      <a:srgbClr val="707070"/>
    </a:custClr>
    <a:custClr name="Light Grey +80 K">
      <a:srgbClr val="444444"/>
    </a:custClr>
    <a:custClr name="Weiß">
      <a:srgbClr val="FFFFFF"/>
    </a:custClr>
    <a:custClr name="Schwarz">
      <a:srgbClr val="000000"/>
    </a:custClr>
    <a:custClr>
      <a:srgbClr val="FFFFFF"/>
    </a:custClr>
    <a:custClr>
      <a:srgbClr val="FFFFFF"/>
    </a:custClr>
    <a:custClr>
      <a:srgbClr val="FFFFFF"/>
    </a:custClr>
    <a:custClr name="Petrol 100%">
      <a:srgbClr val="00677F"/>
    </a:custClr>
    <a:custClr name="Petrol 20%">
      <a:srgbClr val="A6CAD8"/>
    </a:custClr>
    <a:custClr name="Petrol 40%">
      <a:srgbClr val="79AEBF"/>
    </a:custClr>
    <a:custClr name="Petrol 60%">
      <a:srgbClr val="5097AB"/>
    </a:custClr>
    <a:custClr name="Petrol 80%">
      <a:srgbClr val="007A93"/>
    </a:custClr>
    <a:custClr name="Petrol +20 K">
      <a:srgbClr val="00566A"/>
    </a:custClr>
    <a:custClr name="Petrol +40 K">
      <a:srgbClr val="004355"/>
    </a:custClr>
    <a:custClr>
      <a:srgbClr val="FFFFFF"/>
    </a:custClr>
    <a:custClr>
      <a:srgbClr val="FFFFFF"/>
    </a:custClr>
    <a:custClr>
      <a:srgbClr val="FFFFFF"/>
    </a:custClr>
    <a:custClr name="Yellow">
      <a:srgbClr val="FFFF40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Daimler_Truck_PPT_Template_EN.potx" id="{6B94B3A9-8E6B-4679-9A38-37344723489D}" vid="{B24EB601-5217-4B41-B81C-D6A0AC699EC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9264DF52A00548B17D1991529FDE80" ma:contentTypeVersion="5" ma:contentTypeDescription="Create a new document." ma:contentTypeScope="" ma:versionID="ef8504318c2849abe354347a07c692b5">
  <xsd:schema xmlns:xsd="http://www.w3.org/2001/XMLSchema" xmlns:xs="http://www.w3.org/2001/XMLSchema" xmlns:p="http://schemas.microsoft.com/office/2006/metadata/properties" xmlns:ns3="1c78e698-9fb3-42fa-a2f0-15fe6394c109" targetNamespace="http://schemas.microsoft.com/office/2006/metadata/properties" ma:root="true" ma:fieldsID="4fc24ce36820710fe2bbfbeb41cfe004" ns3:_="">
    <xsd:import namespace="1c78e698-9fb3-42fa-a2f0-15fe6394c10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78e698-9fb3-42fa-a2f0-15fe6394c10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c78e698-9fb3-42fa-a2f0-15fe6394c109" xsi:nil="true"/>
  </documentManagement>
</p:properties>
</file>

<file path=customXml/itemProps1.xml><?xml version="1.0" encoding="utf-8"?>
<ds:datastoreItem xmlns:ds="http://schemas.openxmlformats.org/officeDocument/2006/customXml" ds:itemID="{9888B760-0432-4D0F-A11F-97AB63BE3B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78e698-9fb3-42fa-a2f0-15fe6394c1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AF95F4-F1FE-40A9-AEA6-526EF7F0FD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028EDD-7075-465B-8563-07D425999CF5}">
  <ds:schemaRefs>
    <ds:schemaRef ds:uri="http://www.w3.org/XML/1998/namespace"/>
    <ds:schemaRef ds:uri="http://purl.org/dc/elements/1.1/"/>
    <ds:schemaRef ds:uri="1c78e698-9fb3-42fa-a2f0-15fe6394c109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b97ea58d-47e6-47cc-9ab7-39ab03def869}" enabled="1" method="Standard" siteId="{505cca53-5750-4134-9501-8d52d5df3cd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Daimler Truck_EN</Template>
  <TotalTime>6048</TotalTime>
  <Words>719</Words>
  <Application>Microsoft Office PowerPoint</Application>
  <PresentationFormat>Widescreen</PresentationFormat>
  <Paragraphs>127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Daimler CS</vt:lpstr>
      <vt:lpstr>Symbol</vt:lpstr>
      <vt:lpstr>Wingdings</vt:lpstr>
      <vt:lpstr>Daimler Truck</vt:lpstr>
      <vt:lpstr>2025 2ND MECOP Mechanical Engineering Internship</vt:lpstr>
      <vt:lpstr>About Me</vt:lpstr>
      <vt:lpstr>Project Portfolio – Internship Deliverables</vt:lpstr>
      <vt:lpstr>Major Project 1: Aluminum evaporative cooling tank (Final Demonstrator)</vt:lpstr>
      <vt:lpstr>Key Project Requirements 1</vt:lpstr>
      <vt:lpstr>Key Project Requirements 2</vt:lpstr>
      <vt:lpstr>PowerPoint Presentation</vt:lpstr>
      <vt:lpstr>Major Project 2: Radiator Baffles (Final Demonstrator) </vt:lpstr>
      <vt:lpstr>PowerPoint Presentation</vt:lpstr>
      <vt:lpstr>PowerPoint Presentation</vt:lpstr>
      <vt:lpstr>Major Project 3: B-Sample Upfit Coolant Routing Design</vt:lpstr>
      <vt:lpstr>Key Project Requirements</vt:lpstr>
      <vt:lpstr>PowerPoint Presentation</vt:lpstr>
      <vt:lpstr>PowerPoint Presentation</vt:lpstr>
      <vt:lpstr>Key Internship Improvements and Learnings</vt:lpstr>
      <vt:lpstr>Thank You for  a wonderful experience and  a meaningful internship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Marsh, Joseph (164)</dc:creator>
  <cp:lastModifiedBy>Marsh, Joseph (164)</cp:lastModifiedBy>
  <cp:revision>4</cp:revision>
  <dcterms:created xsi:type="dcterms:W3CDTF">2025-07-21T19:23:40Z</dcterms:created>
  <dcterms:modified xsi:type="dcterms:W3CDTF">2025-09-02T21:36:23Z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4dbb1d-991d-4bbd-aad5-33bac1d8ffaf_Enabled">
    <vt:lpwstr>true</vt:lpwstr>
  </property>
  <property fmtid="{D5CDD505-2E9C-101B-9397-08002B2CF9AE}" pid="3" name="MSIP_Label_924dbb1d-991d-4bbd-aad5-33bac1d8ffaf_SetDate">
    <vt:lpwstr>2024-07-25T15:19:15Z</vt:lpwstr>
  </property>
  <property fmtid="{D5CDD505-2E9C-101B-9397-08002B2CF9AE}" pid="4" name="MSIP_Label_924dbb1d-991d-4bbd-aad5-33bac1d8ffaf_Method">
    <vt:lpwstr>Standard</vt:lpwstr>
  </property>
  <property fmtid="{D5CDD505-2E9C-101B-9397-08002B2CF9AE}" pid="5" name="MSIP_Label_924dbb1d-991d-4bbd-aad5-33bac1d8ffaf_Name">
    <vt:lpwstr>924dbb1d-991d-4bbd-aad5-33bac1d8ffaf</vt:lpwstr>
  </property>
  <property fmtid="{D5CDD505-2E9C-101B-9397-08002B2CF9AE}" pid="6" name="MSIP_Label_924dbb1d-991d-4bbd-aad5-33bac1d8ffaf_SiteId">
    <vt:lpwstr>9652d7c2-1ccf-4940-8151-4a92bd474ed0</vt:lpwstr>
  </property>
  <property fmtid="{D5CDD505-2E9C-101B-9397-08002B2CF9AE}" pid="7" name="MSIP_Label_924dbb1d-991d-4bbd-aad5-33bac1d8ffaf_ActionId">
    <vt:lpwstr>ac07cc29-4cb3-495a-84d9-d6acacfb4bc2</vt:lpwstr>
  </property>
  <property fmtid="{D5CDD505-2E9C-101B-9397-08002B2CF9AE}" pid="8" name="MSIP_Label_924dbb1d-991d-4bbd-aad5-33bac1d8ffaf_ContentBits">
    <vt:lpwstr>0</vt:lpwstr>
  </property>
  <property fmtid="{D5CDD505-2E9C-101B-9397-08002B2CF9AE}" pid="9" name="ContentTypeId">
    <vt:lpwstr>0x010100C99264DF52A00548B17D1991529FDE80</vt:lpwstr>
  </property>
</Properties>
</file>